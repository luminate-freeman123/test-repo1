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6.xml" ContentType="application/vnd.openxmlformats-officedocument.theme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  <p:sldMasterId id="2147483692" r:id="rId6"/>
    <p:sldMasterId id="2147483730" r:id="rId7"/>
    <p:sldMasterId id="2147483802" r:id="rId8"/>
    <p:sldMasterId id="2147483766" r:id="rId9"/>
    <p:sldMasterId id="2147483848" r:id="rId10"/>
    <p:sldMasterId id="2147483812" r:id="rId11"/>
  </p:sldMasterIdLst>
  <p:notesMasterIdLst>
    <p:notesMasterId r:id="rId20"/>
  </p:notesMasterIdLst>
  <p:sldIdLst>
    <p:sldId id="256" r:id="rId12"/>
    <p:sldId id="2147479771" r:id="rId13"/>
    <p:sldId id="2147479780" r:id="rId14"/>
    <p:sldId id="2147479772" r:id="rId15"/>
    <p:sldId id="2147479774" r:id="rId16"/>
    <p:sldId id="2147479773" r:id="rId17"/>
    <p:sldId id="2147479778" r:id="rId18"/>
    <p:sldId id="214747978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11E5909-EA03-F9CC-2B4B-4DD826811942}" name="Lynn DePaul" initials="LD" userId="S::Lynn.DePaul@freeman.com::8385fccc-02d9-4b25-abae-ed98eb520cae" providerId="AD"/>
  <p188:author id="{E9E37717-BFC5-30F4-9181-2FC8A39FDB0F}" name="Saltzbart, Philip" initials="SP" userId="S::psaltzbart@deloitte.com::fdf6d262-615c-4d7e-a9c3-3fbeb3cc69b7" providerId="AD"/>
  <p188:author id="{0B5EE0A4-B301-164D-8D7F-CE5A1EFA064C}" name="Jennifer Cox" initials="JC" userId="S::Jennifer.Cox@freeman.com::ccfb1727-8ef4-4d71-a030-3a00f703374d" providerId="AD"/>
  <p188:author id="{019A7EAC-4DE3-9709-2787-7BBC8DDFFBA7}" name="Lanier Mason" initials="LM" userId="Lanier Mason" providerId="None"/>
  <p188:author id="{99E4CADA-8E9E-2612-9D8F-56F2DDC61979}" name="Sharma, Rupendra" initials="SR" userId="S::rupesharma@deloitte.com::790bc337-22e2-48e2-bc9b-363e013926e2" providerId="AD"/>
  <p188:author id="{EE474AE3-5061-11AA-2D21-5C1A31EB711E}" name="Rost, Mathias" initials="RM" userId="S::mrost@deloitte.com::4bea7900-f6ea-45ba-8088-6f3e7e66ffdc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ison Brightly" initials="" lastIdx="1" clrIdx="0"/>
  <p:cmAuthor id="2" name="Chris Hott" initials="" lastIdx="3" clrIdx="1"/>
  <p:cmAuthor id="3" name="Mindy Lieberman" initials="" lastIdx="3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6E0B4"/>
    <a:srgbClr val="FFE699"/>
    <a:srgbClr val="CC99FF"/>
    <a:srgbClr val="8EA9DB"/>
    <a:srgbClr val="405885"/>
    <a:srgbClr val="29A500"/>
    <a:srgbClr val="00BDF6"/>
    <a:srgbClr val="AEAEAE"/>
    <a:srgbClr val="FFFFFF"/>
    <a:srgbClr val="FCE5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79001B-1DC0-843A-91D3-B27C1D252B45}" v="35" dt="2025-06-02T06:43:36.9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12"/>
    <p:restoredTop sz="94737"/>
  </p:normalViewPr>
  <p:slideViewPr>
    <p:cSldViewPr snapToGrid="0">
      <p:cViewPr varScale="1">
        <p:scale>
          <a:sx n="104" d="100"/>
          <a:sy n="104" d="100"/>
        </p:scale>
        <p:origin x="232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5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Master" Target="slideMasters/slideMaster7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4.xml"/><Relationship Id="rId23" Type="http://schemas.openxmlformats.org/officeDocument/2006/relationships/viewProps" Target="viewProps.xml"/><Relationship Id="rId28" Type="http://schemas.microsoft.com/office/2018/10/relationships/authors" Target="authors.xml"/><Relationship Id="rId10" Type="http://schemas.openxmlformats.org/officeDocument/2006/relationships/slideMaster" Target="slideMasters/slideMaster6.xml"/><Relationship Id="rId19" Type="http://schemas.openxmlformats.org/officeDocument/2006/relationships/slide" Target="slides/slide8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5.xml"/><Relationship Id="rId14" Type="http://schemas.openxmlformats.org/officeDocument/2006/relationships/slide" Target="slides/slide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d Alford" userId="S::chad.alford@freeman.com::58fa5490-a667-42dc-8254-21800b12a0ed" providerId="AD" clId="Web-{6EF04B0E-D62F-99F2-87B1-EF5CC7347D10}"/>
    <pc:docChg chg="addSld modSld">
      <pc:chgData name="Chad Alford" userId="S::chad.alford@freeman.com::58fa5490-a667-42dc-8254-21800b12a0ed" providerId="AD" clId="Web-{6EF04B0E-D62F-99F2-87B1-EF5CC7347D10}" dt="2025-05-07T22:19:51.506" v="3400"/>
      <pc:docMkLst>
        <pc:docMk/>
      </pc:docMkLst>
      <pc:sldChg chg="modSp">
        <pc:chgData name="Chad Alford" userId="S::chad.alford@freeman.com::58fa5490-a667-42dc-8254-21800b12a0ed" providerId="AD" clId="Web-{6EF04B0E-D62F-99F2-87B1-EF5CC7347D10}" dt="2025-05-05T12:13:27.944" v="27" actId="20577"/>
        <pc:sldMkLst>
          <pc:docMk/>
          <pc:sldMk cId="3574970304" sldId="256"/>
        </pc:sldMkLst>
        <pc:spChg chg="mod">
          <ac:chgData name="Chad Alford" userId="S::chad.alford@freeman.com::58fa5490-a667-42dc-8254-21800b12a0ed" providerId="AD" clId="Web-{6EF04B0E-D62F-99F2-87B1-EF5CC7347D10}" dt="2025-05-05T12:13:20.012" v="20" actId="20577"/>
          <ac:spMkLst>
            <pc:docMk/>
            <pc:sldMk cId="3574970304" sldId="256"/>
            <ac:spMk id="9" creationId="{A6C864F5-D0FE-492F-9958-03889AC21058}"/>
          </ac:spMkLst>
        </pc:spChg>
        <pc:spChg chg="mod">
          <ac:chgData name="Chad Alford" userId="S::chad.alford@freeman.com::58fa5490-a667-42dc-8254-21800b12a0ed" providerId="AD" clId="Web-{6EF04B0E-D62F-99F2-87B1-EF5CC7347D10}" dt="2025-05-05T12:13:27.944" v="27" actId="20577"/>
          <ac:spMkLst>
            <pc:docMk/>
            <pc:sldMk cId="3574970304" sldId="256"/>
            <ac:spMk id="13" creationId="{EDEE734B-C8CC-4540-82CD-A0229FEB255B}"/>
          </ac:spMkLst>
        </pc:spChg>
      </pc:sldChg>
      <pc:sldChg chg="addSp modSp">
        <pc:chgData name="Chad Alford" userId="S::chad.alford@freeman.com::58fa5490-a667-42dc-8254-21800b12a0ed" providerId="AD" clId="Web-{6EF04B0E-D62F-99F2-87B1-EF5CC7347D10}" dt="2025-05-07T22:17:36.661" v="3354" actId="1076"/>
        <pc:sldMkLst>
          <pc:docMk/>
          <pc:sldMk cId="849667409" sldId="2147479771"/>
        </pc:sldMkLst>
        <pc:spChg chg="mod">
          <ac:chgData name="Chad Alford" userId="S::chad.alford@freeman.com::58fa5490-a667-42dc-8254-21800b12a0ed" providerId="AD" clId="Web-{6EF04B0E-D62F-99F2-87B1-EF5CC7347D10}" dt="2025-05-07T22:17:33.082" v="3353" actId="1076"/>
          <ac:spMkLst>
            <pc:docMk/>
            <pc:sldMk cId="849667409" sldId="2147479771"/>
            <ac:spMk id="12" creationId="{24AC9568-6061-5717-B1FA-7DB16DB5D6BE}"/>
          </ac:spMkLst>
        </pc:spChg>
        <pc:spChg chg="mod">
          <ac:chgData name="Chad Alford" userId="S::chad.alford@freeman.com::58fa5490-a667-42dc-8254-21800b12a0ed" providerId="AD" clId="Web-{6EF04B0E-D62F-99F2-87B1-EF5CC7347D10}" dt="2025-05-05T12:27:13.878" v="369" actId="20577"/>
          <ac:spMkLst>
            <pc:docMk/>
            <pc:sldMk cId="849667409" sldId="2147479771"/>
            <ac:spMk id="23" creationId="{A65E053E-A827-9B69-5E35-94970F04C152}"/>
          </ac:spMkLst>
        </pc:spChg>
        <pc:graphicFrameChg chg="add mod modGraphic">
          <ac:chgData name="Chad Alford" userId="S::chad.alford@freeman.com::58fa5490-a667-42dc-8254-21800b12a0ed" providerId="AD" clId="Web-{6EF04B0E-D62F-99F2-87B1-EF5CC7347D10}" dt="2025-05-07T22:17:36.661" v="3354" actId="1076"/>
          <ac:graphicFrameMkLst>
            <pc:docMk/>
            <pc:sldMk cId="849667409" sldId="2147479771"/>
            <ac:graphicFrameMk id="2" creationId="{2F5C8D76-1106-AF9C-414E-3DEBA848A99A}"/>
          </ac:graphicFrameMkLst>
        </pc:graphicFrameChg>
      </pc:sldChg>
      <pc:sldChg chg="addSp delSp modSp">
        <pc:chgData name="Chad Alford" userId="S::chad.alford@freeman.com::58fa5490-a667-42dc-8254-21800b12a0ed" providerId="AD" clId="Web-{6EF04B0E-D62F-99F2-87B1-EF5CC7347D10}" dt="2025-05-07T22:19:51.506" v="3400"/>
        <pc:sldMkLst>
          <pc:docMk/>
          <pc:sldMk cId="3131983939" sldId="2147479772"/>
        </pc:sldMkLst>
        <pc:spChg chg="add del mod">
          <ac:chgData name="Chad Alford" userId="S::chad.alford@freeman.com::58fa5490-a667-42dc-8254-21800b12a0ed" providerId="AD" clId="Web-{6EF04B0E-D62F-99F2-87B1-EF5CC7347D10}" dt="2025-05-05T12:55:54.716" v="761"/>
          <ac:spMkLst>
            <pc:docMk/>
            <pc:sldMk cId="3131983939" sldId="2147479772"/>
            <ac:spMk id="4" creationId="{C3391D9C-4324-472D-8577-8755B6E2B22C}"/>
          </ac:spMkLst>
        </pc:spChg>
        <pc:spChg chg="add del mod">
          <ac:chgData name="Chad Alford" userId="S::chad.alford@freeman.com::58fa5490-a667-42dc-8254-21800b12a0ed" providerId="AD" clId="Web-{6EF04B0E-D62F-99F2-87B1-EF5CC7347D10}" dt="2025-05-05T12:56:00.060" v="765"/>
          <ac:spMkLst>
            <pc:docMk/>
            <pc:sldMk cId="3131983939" sldId="2147479772"/>
            <ac:spMk id="5" creationId="{FA29F6DF-BE39-7D5F-5FF9-98C57DD8A6E1}"/>
          </ac:spMkLst>
        </pc:spChg>
        <pc:spChg chg="del mod">
          <ac:chgData name="Chad Alford" userId="S::chad.alford@freeman.com::58fa5490-a667-42dc-8254-21800b12a0ed" providerId="AD" clId="Web-{6EF04B0E-D62F-99F2-87B1-EF5CC7347D10}" dt="2025-05-05T12:28:32.722" v="394"/>
          <ac:spMkLst>
            <pc:docMk/>
            <pc:sldMk cId="3131983939" sldId="2147479772"/>
            <ac:spMk id="12" creationId="{24AC9568-6061-5717-B1FA-7DB16DB5D6BE}"/>
          </ac:spMkLst>
        </pc:spChg>
        <pc:spChg chg="mod">
          <ac:chgData name="Chad Alford" userId="S::chad.alford@freeman.com::58fa5490-a667-42dc-8254-21800b12a0ed" providerId="AD" clId="Web-{6EF04B0E-D62F-99F2-87B1-EF5CC7347D10}" dt="2025-05-05T12:55:22.904" v="755" actId="20577"/>
          <ac:spMkLst>
            <pc:docMk/>
            <pc:sldMk cId="3131983939" sldId="2147479772"/>
            <ac:spMk id="23" creationId="{A65E053E-A827-9B69-5E35-94970F04C152}"/>
          </ac:spMkLst>
        </pc:spChg>
        <pc:graphicFrameChg chg="add del mod">
          <ac:chgData name="Chad Alford" userId="S::chad.alford@freeman.com::58fa5490-a667-42dc-8254-21800b12a0ed" providerId="AD" clId="Web-{6EF04B0E-D62F-99F2-87B1-EF5CC7347D10}" dt="2025-05-05T12:55:49.638" v="757"/>
          <ac:graphicFrameMkLst>
            <pc:docMk/>
            <pc:sldMk cId="3131983939" sldId="2147479772"/>
            <ac:graphicFrameMk id="3" creationId="{DBBB5DEA-13AC-0D94-3E27-474775379DB5}"/>
          </ac:graphicFrameMkLst>
        </pc:graphicFrameChg>
        <pc:graphicFrameChg chg="add mod modGraphic">
          <ac:chgData name="Chad Alford" userId="S::chad.alford@freeman.com::58fa5490-a667-42dc-8254-21800b12a0ed" providerId="AD" clId="Web-{6EF04B0E-D62F-99F2-87B1-EF5CC7347D10}" dt="2025-05-07T22:19:51.506" v="3400"/>
          <ac:graphicFrameMkLst>
            <pc:docMk/>
            <pc:sldMk cId="3131983939" sldId="2147479772"/>
            <ac:graphicFrameMk id="7" creationId="{E317EBB5-1FFF-D721-2CB1-50087B63FA06}"/>
          </ac:graphicFrameMkLst>
        </pc:graphicFrameChg>
      </pc:sldChg>
      <pc:sldChg chg="addSp delSp modSp">
        <pc:chgData name="Chad Alford" userId="S::chad.alford@freeman.com::58fa5490-a667-42dc-8254-21800b12a0ed" providerId="AD" clId="Web-{6EF04B0E-D62F-99F2-87B1-EF5CC7347D10}" dt="2025-05-05T21:39:10.983" v="3218" actId="20577"/>
        <pc:sldMkLst>
          <pc:docMk/>
          <pc:sldMk cId="2406163649" sldId="2147479773"/>
        </pc:sldMkLst>
        <pc:spChg chg="add del mod">
          <ac:chgData name="Chad Alford" userId="S::chad.alford@freeman.com::58fa5490-a667-42dc-8254-21800b12a0ed" providerId="AD" clId="Web-{6EF04B0E-D62F-99F2-87B1-EF5CC7347D10}" dt="2025-05-05T13:43:31.819" v="1795"/>
          <ac:spMkLst>
            <pc:docMk/>
            <pc:sldMk cId="2406163649" sldId="2147479773"/>
            <ac:spMk id="2" creationId="{FB8991FE-FDF4-3602-9DDF-9C978CD426E4}"/>
          </ac:spMkLst>
        </pc:spChg>
        <pc:spChg chg="add mod">
          <ac:chgData name="Chad Alford" userId="S::chad.alford@freeman.com::58fa5490-a667-42dc-8254-21800b12a0ed" providerId="AD" clId="Web-{6EF04B0E-D62F-99F2-87B1-EF5CC7347D10}" dt="2025-05-05T21:39:10.983" v="3218" actId="20577"/>
          <ac:spMkLst>
            <pc:docMk/>
            <pc:sldMk cId="2406163649" sldId="2147479773"/>
            <ac:spMk id="5" creationId="{1968A360-DC6B-9278-5EB3-F929D4096D2C}"/>
          </ac:spMkLst>
        </pc:spChg>
        <pc:spChg chg="del">
          <ac:chgData name="Chad Alford" userId="S::chad.alford@freeman.com::58fa5490-a667-42dc-8254-21800b12a0ed" providerId="AD" clId="Web-{6EF04B0E-D62F-99F2-87B1-EF5CC7347D10}" dt="2025-05-05T13:06:24.547" v="1222"/>
          <ac:spMkLst>
            <pc:docMk/>
            <pc:sldMk cId="2406163649" sldId="2147479773"/>
            <ac:spMk id="12" creationId="{24AC9568-6061-5717-B1FA-7DB16DB5D6BE}"/>
          </ac:spMkLst>
        </pc:spChg>
        <pc:spChg chg="mod">
          <ac:chgData name="Chad Alford" userId="S::chad.alford@freeman.com::58fa5490-a667-42dc-8254-21800b12a0ed" providerId="AD" clId="Web-{6EF04B0E-D62F-99F2-87B1-EF5CC7347D10}" dt="2025-05-05T13:43:20.491" v="1790" actId="20577"/>
          <ac:spMkLst>
            <pc:docMk/>
            <pc:sldMk cId="2406163649" sldId="2147479773"/>
            <ac:spMk id="23" creationId="{A65E053E-A827-9B69-5E35-94970F04C152}"/>
          </ac:spMkLst>
        </pc:spChg>
        <pc:graphicFrameChg chg="add del mod">
          <ac:chgData name="Chad Alford" userId="S::chad.alford@freeman.com::58fa5490-a667-42dc-8254-21800b12a0ed" providerId="AD" clId="Web-{6EF04B0E-D62F-99F2-87B1-EF5CC7347D10}" dt="2025-05-05T13:08:00.297" v="1224"/>
          <ac:graphicFrameMkLst>
            <pc:docMk/>
            <pc:sldMk cId="2406163649" sldId="2147479773"/>
            <ac:graphicFrameMk id="3" creationId="{2154EE72-12E4-2911-83C6-7F332D77FF0F}"/>
          </ac:graphicFrameMkLst>
        </pc:graphicFrameChg>
        <pc:graphicFrameChg chg="add del mod modGraphic">
          <ac:chgData name="Chad Alford" userId="S::chad.alford@freeman.com::58fa5490-a667-42dc-8254-21800b12a0ed" providerId="AD" clId="Web-{6EF04B0E-D62F-99F2-87B1-EF5CC7347D10}" dt="2025-05-05T13:43:23.616" v="1791"/>
          <ac:graphicFrameMkLst>
            <pc:docMk/>
            <pc:sldMk cId="2406163649" sldId="2147479773"/>
            <ac:graphicFrameMk id="4" creationId="{026CCEA9-8F12-E81A-76C6-EF89808BA9DD}"/>
          </ac:graphicFrameMkLst>
        </pc:graphicFrameChg>
      </pc:sldChg>
      <pc:sldChg chg="modSp add replId">
        <pc:chgData name="Chad Alford" userId="S::chad.alford@freeman.com::58fa5490-a667-42dc-8254-21800b12a0ed" providerId="AD" clId="Web-{6EF04B0E-D62F-99F2-87B1-EF5CC7347D10}" dt="2025-05-05T14:14:38.422" v="1826"/>
        <pc:sldMkLst>
          <pc:docMk/>
          <pc:sldMk cId="3193856856" sldId="2147479774"/>
        </pc:sldMkLst>
        <pc:spChg chg="mod">
          <ac:chgData name="Chad Alford" userId="S::chad.alford@freeman.com::58fa5490-a667-42dc-8254-21800b12a0ed" providerId="AD" clId="Web-{6EF04B0E-D62F-99F2-87B1-EF5CC7347D10}" dt="2025-05-05T13:10:46.829" v="1237" actId="20577"/>
          <ac:spMkLst>
            <pc:docMk/>
            <pc:sldMk cId="3193856856" sldId="2147479774"/>
            <ac:spMk id="23" creationId="{AB37DE91-2A42-7C71-0F37-12BEEE25CB8E}"/>
          </ac:spMkLst>
        </pc:spChg>
        <pc:graphicFrameChg chg="mod modGraphic">
          <ac:chgData name="Chad Alford" userId="S::chad.alford@freeman.com::58fa5490-a667-42dc-8254-21800b12a0ed" providerId="AD" clId="Web-{6EF04B0E-D62F-99F2-87B1-EF5CC7347D10}" dt="2025-05-05T14:14:38.422" v="1826"/>
          <ac:graphicFrameMkLst>
            <pc:docMk/>
            <pc:sldMk cId="3193856856" sldId="2147479774"/>
            <ac:graphicFrameMk id="7" creationId="{419D1B8B-3953-E0AC-1068-66C4B6A25BA6}"/>
          </ac:graphicFrameMkLst>
        </pc:graphicFrameChg>
      </pc:sldChg>
      <pc:sldChg chg="delSp modSp add replId">
        <pc:chgData name="Chad Alford" userId="S::chad.alford@freeman.com::58fa5490-a667-42dc-8254-21800b12a0ed" providerId="AD" clId="Web-{6EF04B0E-D62F-99F2-87B1-EF5CC7347D10}" dt="2025-05-07T22:18:11.208" v="3357" actId="20577"/>
        <pc:sldMkLst>
          <pc:docMk/>
          <pc:sldMk cId="4084200139" sldId="2147479775"/>
        </pc:sldMkLst>
        <pc:spChg chg="mod">
          <ac:chgData name="Chad Alford" userId="S::chad.alford@freeman.com::58fa5490-a667-42dc-8254-21800b12a0ed" providerId="AD" clId="Web-{6EF04B0E-D62F-99F2-87B1-EF5CC7347D10}" dt="2025-05-07T22:18:11.208" v="3357" actId="20577"/>
          <ac:spMkLst>
            <pc:docMk/>
            <pc:sldMk cId="4084200139" sldId="2147479775"/>
            <ac:spMk id="12" creationId="{C3D2688D-91D8-26F4-8EC5-53FC3C4D0849}"/>
          </ac:spMkLst>
        </pc:spChg>
        <pc:spChg chg="mod">
          <ac:chgData name="Chad Alford" userId="S::chad.alford@freeman.com::58fa5490-a667-42dc-8254-21800b12a0ed" providerId="AD" clId="Web-{6EF04B0E-D62F-99F2-87B1-EF5CC7347D10}" dt="2025-05-05T18:57:36.366" v="2358" actId="20577"/>
          <ac:spMkLst>
            <pc:docMk/>
            <pc:sldMk cId="4084200139" sldId="2147479775"/>
            <ac:spMk id="23" creationId="{EEE982EC-04CC-FF3A-78B0-2AA2035B7C01}"/>
          </ac:spMkLst>
        </pc:spChg>
        <pc:graphicFrameChg chg="del">
          <ac:chgData name="Chad Alford" userId="S::chad.alford@freeman.com::58fa5490-a667-42dc-8254-21800b12a0ed" providerId="AD" clId="Web-{6EF04B0E-D62F-99F2-87B1-EF5CC7347D10}" dt="2025-05-05T19:01:18.085" v="2599"/>
          <ac:graphicFrameMkLst>
            <pc:docMk/>
            <pc:sldMk cId="4084200139" sldId="2147479775"/>
            <ac:graphicFrameMk id="2" creationId="{97E7ADBA-CE4D-713F-A660-CEAB99C56206}"/>
          </ac:graphicFrameMkLst>
        </pc:graphicFrameChg>
      </pc:sldChg>
    </pc:docChg>
  </pc:docChgLst>
  <pc:docChgLst>
    <pc:chgData name="Chad Alford" userId="S::chad.alford@freeman.com::58fa5490-a667-42dc-8254-21800b12a0ed" providerId="AD" clId="Web-{2B213824-8091-5399-ECF7-52CE96B1BEC9}"/>
    <pc:docChg chg="modSld">
      <pc:chgData name="Chad Alford" userId="S::chad.alford@freeman.com::58fa5490-a667-42dc-8254-21800b12a0ed" providerId="AD" clId="Web-{2B213824-8091-5399-ECF7-52CE96B1BEC9}" dt="2025-05-27T20:25:34.799" v="3"/>
      <pc:docMkLst>
        <pc:docMk/>
      </pc:docMkLst>
      <pc:sldChg chg="modSp">
        <pc:chgData name="Chad Alford" userId="S::chad.alford@freeman.com::58fa5490-a667-42dc-8254-21800b12a0ed" providerId="AD" clId="Web-{2B213824-8091-5399-ECF7-52CE96B1BEC9}" dt="2025-05-27T20:25:34.799" v="3"/>
        <pc:sldMkLst>
          <pc:docMk/>
          <pc:sldMk cId="3131983939" sldId="2147479772"/>
        </pc:sldMkLst>
        <pc:graphicFrameChg chg="mod modGraphic">
          <ac:chgData name="Chad Alford" userId="S::chad.alford@freeman.com::58fa5490-a667-42dc-8254-21800b12a0ed" providerId="AD" clId="Web-{2B213824-8091-5399-ECF7-52CE96B1BEC9}" dt="2025-05-27T20:25:34.799" v="3"/>
          <ac:graphicFrameMkLst>
            <pc:docMk/>
            <pc:sldMk cId="3131983939" sldId="2147479772"/>
            <ac:graphicFrameMk id="7" creationId="{E317EBB5-1FFF-D721-2CB1-50087B63FA06}"/>
          </ac:graphicFrameMkLst>
        </pc:graphicFrameChg>
      </pc:sldChg>
    </pc:docChg>
  </pc:docChgLst>
  <pc:docChgLst>
    <pc:chgData name="Chad Alford" userId="S::chad.alford@freeman.com::58fa5490-a667-42dc-8254-21800b12a0ed" providerId="AD" clId="Web-{8E79001B-1DC0-843A-91D3-B27C1D252B45}"/>
    <pc:docChg chg="modSld">
      <pc:chgData name="Chad Alford" userId="S::chad.alford@freeman.com::58fa5490-a667-42dc-8254-21800b12a0ed" providerId="AD" clId="Web-{8E79001B-1DC0-843A-91D3-B27C1D252B45}" dt="2025-06-02T06:04:31.529" v="30"/>
      <pc:docMkLst>
        <pc:docMk/>
      </pc:docMkLst>
      <pc:sldChg chg="modSp">
        <pc:chgData name="Chad Alford" userId="S::chad.alford@freeman.com::58fa5490-a667-42dc-8254-21800b12a0ed" providerId="AD" clId="Web-{8E79001B-1DC0-843A-91D3-B27C1D252B45}" dt="2025-06-02T06:04:31.529" v="30"/>
        <pc:sldMkLst>
          <pc:docMk/>
          <pc:sldMk cId="3193856856" sldId="2147479774"/>
        </pc:sldMkLst>
        <pc:graphicFrameChg chg="mod modGraphic">
          <ac:chgData name="Chad Alford" userId="S::chad.alford@freeman.com::58fa5490-a667-42dc-8254-21800b12a0ed" providerId="AD" clId="Web-{8E79001B-1DC0-843A-91D3-B27C1D252B45}" dt="2025-06-02T06:04:31.529" v="30"/>
          <ac:graphicFrameMkLst>
            <pc:docMk/>
            <pc:sldMk cId="3193856856" sldId="2147479774"/>
            <ac:graphicFrameMk id="7" creationId="{419D1B8B-3953-E0AC-1068-66C4B6A25BA6}"/>
          </ac:graphicFrameMkLst>
        </pc:graphicFrameChg>
      </pc:sldChg>
    </pc:docChg>
  </pc:docChgLst>
  <pc:docChgLst>
    <pc:chgData name="Chad Alford" userId="S::chad.alford@freeman.com::58fa5490-a667-42dc-8254-21800b12a0ed" providerId="AD" clId="Web-{A55B6E67-B8F1-11C9-A03F-FEA19F9579D9}"/>
    <pc:docChg chg="modSld">
      <pc:chgData name="Chad Alford" userId="S::chad.alford@freeman.com::58fa5490-a667-42dc-8254-21800b12a0ed" providerId="AD" clId="Web-{A55B6E67-B8F1-11C9-A03F-FEA19F9579D9}" dt="2025-05-14T23:20:12.946" v="6" actId="20577"/>
      <pc:docMkLst>
        <pc:docMk/>
      </pc:docMkLst>
      <pc:sldChg chg="modSp">
        <pc:chgData name="Chad Alford" userId="S::chad.alford@freeman.com::58fa5490-a667-42dc-8254-21800b12a0ed" providerId="AD" clId="Web-{A55B6E67-B8F1-11C9-A03F-FEA19F9579D9}" dt="2025-05-14T23:20:12.946" v="6" actId="20577"/>
        <pc:sldMkLst>
          <pc:docMk/>
          <pc:sldMk cId="849667409" sldId="2147479771"/>
        </pc:sldMkLst>
        <pc:spChg chg="mod">
          <ac:chgData name="Chad Alford" userId="S::chad.alford@freeman.com::58fa5490-a667-42dc-8254-21800b12a0ed" providerId="AD" clId="Web-{A55B6E67-B8F1-11C9-A03F-FEA19F9579D9}" dt="2025-05-14T23:20:12.946" v="6" actId="20577"/>
          <ac:spMkLst>
            <pc:docMk/>
            <pc:sldMk cId="849667409" sldId="2147479771"/>
            <ac:spMk id="12" creationId="{24AC9568-6061-5717-B1FA-7DB16DB5D6BE}"/>
          </ac:spMkLst>
        </pc:spChg>
      </pc:sldChg>
      <pc:sldChg chg="modSp">
        <pc:chgData name="Chad Alford" userId="S::chad.alford@freeman.com::58fa5490-a667-42dc-8254-21800b12a0ed" providerId="AD" clId="Web-{A55B6E67-B8F1-11C9-A03F-FEA19F9579D9}" dt="2025-05-14T20:39:11.520" v="3"/>
        <pc:sldMkLst>
          <pc:docMk/>
          <pc:sldMk cId="3193856856" sldId="2147479774"/>
        </pc:sldMkLst>
        <pc:graphicFrameChg chg="mod modGraphic">
          <ac:chgData name="Chad Alford" userId="S::chad.alford@freeman.com::58fa5490-a667-42dc-8254-21800b12a0ed" providerId="AD" clId="Web-{A55B6E67-B8F1-11C9-A03F-FEA19F9579D9}" dt="2025-05-14T20:39:11.520" v="3"/>
          <ac:graphicFrameMkLst>
            <pc:docMk/>
            <pc:sldMk cId="3193856856" sldId="2147479774"/>
            <ac:graphicFrameMk id="7" creationId="{419D1B8B-3953-E0AC-1068-66C4B6A25BA6}"/>
          </ac:graphicFrameMkLst>
        </pc:graphicFrameChg>
      </pc:sldChg>
    </pc:docChg>
  </pc:docChgLst>
  <pc:docChgLst>
    <pc:chgData name="Chad Alford" userId="S::chad.alford@freeman.com::58fa5490-a667-42dc-8254-21800b12a0ed" providerId="AD" clId="Web-{3DD09C44-A483-DD40-4ABF-88B5BEAE3C70}"/>
    <pc:docChg chg="addSld delSld modSld sldOrd">
      <pc:chgData name="Chad Alford" userId="S::chad.alford@freeman.com::58fa5490-a667-42dc-8254-21800b12a0ed" providerId="AD" clId="Web-{3DD09C44-A483-DD40-4ABF-88B5BEAE3C70}" dt="2025-05-20T19:39:46.434" v="1219" actId="20577"/>
      <pc:docMkLst>
        <pc:docMk/>
      </pc:docMkLst>
      <pc:sldChg chg="modSp">
        <pc:chgData name="Chad Alford" userId="S::chad.alford@freeman.com::58fa5490-a667-42dc-8254-21800b12a0ed" providerId="AD" clId="Web-{3DD09C44-A483-DD40-4ABF-88B5BEAE3C70}" dt="2025-05-20T19:39:46.434" v="1219" actId="20577"/>
        <pc:sldMkLst>
          <pc:docMk/>
          <pc:sldMk cId="3574970304" sldId="256"/>
        </pc:sldMkLst>
        <pc:spChg chg="mod">
          <ac:chgData name="Chad Alford" userId="S::chad.alford@freeman.com::58fa5490-a667-42dc-8254-21800b12a0ed" providerId="AD" clId="Web-{3DD09C44-A483-DD40-4ABF-88B5BEAE3C70}" dt="2025-05-20T19:39:46.434" v="1219" actId="20577"/>
          <ac:spMkLst>
            <pc:docMk/>
            <pc:sldMk cId="3574970304" sldId="256"/>
            <ac:spMk id="9" creationId="{A6C864F5-D0FE-492F-9958-03889AC21058}"/>
          </ac:spMkLst>
        </pc:spChg>
      </pc:sldChg>
      <pc:sldChg chg="modSp">
        <pc:chgData name="Chad Alford" userId="S::chad.alford@freeman.com::58fa5490-a667-42dc-8254-21800b12a0ed" providerId="AD" clId="Web-{3DD09C44-A483-DD40-4ABF-88B5BEAE3C70}" dt="2025-05-20T17:56:36.514" v="507" actId="20577"/>
        <pc:sldMkLst>
          <pc:docMk/>
          <pc:sldMk cId="849667409" sldId="2147479771"/>
        </pc:sldMkLst>
        <pc:spChg chg="mod">
          <ac:chgData name="Chad Alford" userId="S::chad.alford@freeman.com::58fa5490-a667-42dc-8254-21800b12a0ed" providerId="AD" clId="Web-{3DD09C44-A483-DD40-4ABF-88B5BEAE3C70}" dt="2025-05-20T17:56:36.514" v="507" actId="20577"/>
          <ac:spMkLst>
            <pc:docMk/>
            <pc:sldMk cId="849667409" sldId="2147479771"/>
            <ac:spMk id="12" creationId="{24AC9568-6061-5717-B1FA-7DB16DB5D6BE}"/>
          </ac:spMkLst>
        </pc:spChg>
      </pc:sldChg>
      <pc:sldChg chg="modSp">
        <pc:chgData name="Chad Alford" userId="S::chad.alford@freeman.com::58fa5490-a667-42dc-8254-21800b12a0ed" providerId="AD" clId="Web-{3DD09C44-A483-DD40-4ABF-88B5BEAE3C70}" dt="2025-05-20T17:54:52.512" v="496"/>
        <pc:sldMkLst>
          <pc:docMk/>
          <pc:sldMk cId="2406163649" sldId="2147479773"/>
        </pc:sldMkLst>
        <pc:spChg chg="mod">
          <ac:chgData name="Chad Alford" userId="S::chad.alford@freeman.com::58fa5490-a667-42dc-8254-21800b12a0ed" providerId="AD" clId="Web-{3DD09C44-A483-DD40-4ABF-88B5BEAE3C70}" dt="2025-05-20T17:54:52.512" v="496"/>
          <ac:spMkLst>
            <pc:docMk/>
            <pc:sldMk cId="2406163649" sldId="2147479773"/>
            <ac:spMk id="5" creationId="{1968A360-DC6B-9278-5EB3-F929D4096D2C}"/>
          </ac:spMkLst>
        </pc:spChg>
      </pc:sldChg>
      <pc:sldChg chg="modSp del">
        <pc:chgData name="Chad Alford" userId="S::chad.alford@freeman.com::58fa5490-a667-42dc-8254-21800b12a0ed" providerId="AD" clId="Web-{3DD09C44-A483-DD40-4ABF-88B5BEAE3C70}" dt="2025-05-20T19:00:46.887" v="1202"/>
        <pc:sldMkLst>
          <pc:docMk/>
          <pc:sldMk cId="4084200139" sldId="2147479775"/>
        </pc:sldMkLst>
        <pc:spChg chg="mod">
          <ac:chgData name="Chad Alford" userId="S::chad.alford@freeman.com::58fa5490-a667-42dc-8254-21800b12a0ed" providerId="AD" clId="Web-{3DD09C44-A483-DD40-4ABF-88B5BEAE3C70}" dt="2025-05-20T18:00:49.675" v="572" actId="20577"/>
          <ac:spMkLst>
            <pc:docMk/>
            <pc:sldMk cId="4084200139" sldId="2147479775"/>
            <ac:spMk id="12" creationId="{C3D2688D-91D8-26F4-8EC5-53FC3C4D0849}"/>
          </ac:spMkLst>
        </pc:spChg>
      </pc:sldChg>
      <pc:sldChg chg="add del replId">
        <pc:chgData name="Chad Alford" userId="S::chad.alford@freeman.com::58fa5490-a667-42dc-8254-21800b12a0ed" providerId="AD" clId="Web-{3DD09C44-A483-DD40-4ABF-88B5BEAE3C70}" dt="2025-05-20T17:21:55.930" v="15"/>
        <pc:sldMkLst>
          <pc:docMk/>
          <pc:sldMk cId="769299898" sldId="2147479776"/>
        </pc:sldMkLst>
      </pc:sldChg>
      <pc:sldChg chg="addSp delSp modSp add del replId">
        <pc:chgData name="Chad Alford" userId="S::chad.alford@freeman.com::58fa5490-a667-42dc-8254-21800b12a0ed" providerId="AD" clId="Web-{3DD09C44-A483-DD40-4ABF-88B5BEAE3C70}" dt="2025-05-20T17:43:05.218" v="462"/>
        <pc:sldMkLst>
          <pc:docMk/>
          <pc:sldMk cId="3135867467" sldId="2147479777"/>
        </pc:sldMkLst>
        <pc:spChg chg="del">
          <ac:chgData name="Chad Alford" userId="S::chad.alford@freeman.com::58fa5490-a667-42dc-8254-21800b12a0ed" providerId="AD" clId="Web-{3DD09C44-A483-DD40-4ABF-88B5BEAE3C70}" dt="2025-05-20T17:21:08.491" v="9"/>
          <ac:spMkLst>
            <pc:docMk/>
            <pc:sldMk cId="3135867467" sldId="2147479777"/>
            <ac:spMk id="5" creationId="{C33C1F0D-4AE0-EE77-48AD-3B6D136736F4}"/>
          </ac:spMkLst>
        </pc:spChg>
        <pc:spChg chg="mod">
          <ac:chgData name="Chad Alford" userId="S::chad.alford@freeman.com::58fa5490-a667-42dc-8254-21800b12a0ed" providerId="AD" clId="Web-{3DD09C44-A483-DD40-4ABF-88B5BEAE3C70}" dt="2025-05-20T17:21:05.694" v="8" actId="20577"/>
          <ac:spMkLst>
            <pc:docMk/>
            <pc:sldMk cId="3135867467" sldId="2147479777"/>
            <ac:spMk id="23" creationId="{06C9867C-A3EF-09C5-34B7-D65B76D50592}"/>
          </ac:spMkLst>
        </pc:spChg>
        <pc:graphicFrameChg chg="add mod">
          <ac:chgData name="Chad Alford" userId="S::chad.alford@freeman.com::58fa5490-a667-42dc-8254-21800b12a0ed" providerId="AD" clId="Web-{3DD09C44-A483-DD40-4ABF-88B5BEAE3C70}" dt="2025-05-20T17:21:10.054" v="10"/>
          <ac:graphicFrameMkLst>
            <pc:docMk/>
            <pc:sldMk cId="3135867467" sldId="2147479777"/>
            <ac:graphicFrameMk id="3" creationId="{143DF307-67D0-EBAF-5912-F5B6B457CFC8}"/>
          </ac:graphicFrameMkLst>
        </pc:graphicFrameChg>
      </pc:sldChg>
      <pc:sldChg chg="addSp delSp modSp add ord replId">
        <pc:chgData name="Chad Alford" userId="S::chad.alford@freeman.com::58fa5490-a667-42dc-8254-21800b12a0ed" providerId="AD" clId="Web-{3DD09C44-A483-DD40-4ABF-88B5BEAE3C70}" dt="2025-05-20T17:42:55.046" v="461"/>
        <pc:sldMkLst>
          <pc:docMk/>
          <pc:sldMk cId="3508596873" sldId="2147479778"/>
        </pc:sldMkLst>
        <pc:spChg chg="mod">
          <ac:chgData name="Chad Alford" userId="S::chad.alford@freeman.com::58fa5490-a667-42dc-8254-21800b12a0ed" providerId="AD" clId="Web-{3DD09C44-A483-DD40-4ABF-88B5BEAE3C70}" dt="2025-05-20T17:21:42.179" v="14" actId="20577"/>
          <ac:spMkLst>
            <pc:docMk/>
            <pc:sldMk cId="3508596873" sldId="2147479778"/>
            <ac:spMk id="23" creationId="{9E5405D7-73BF-319F-88EA-4BD0499A7D3B}"/>
          </ac:spMkLst>
        </pc:spChg>
        <pc:graphicFrameChg chg="add del mod">
          <ac:chgData name="Chad Alford" userId="S::chad.alford@freeman.com::58fa5490-a667-42dc-8254-21800b12a0ed" providerId="AD" clId="Web-{3DD09C44-A483-DD40-4ABF-88B5BEAE3C70}" dt="2025-05-20T17:28:33.827" v="145"/>
          <ac:graphicFrameMkLst>
            <pc:docMk/>
            <pc:sldMk cId="3508596873" sldId="2147479778"/>
            <ac:graphicFrameMk id="3" creationId="{3B75543F-5DDD-B4F6-0940-343CA2DFC5EE}"/>
          </ac:graphicFrameMkLst>
        </pc:graphicFrameChg>
        <pc:graphicFrameChg chg="mod modGraphic">
          <ac:chgData name="Chad Alford" userId="S::chad.alford@freeman.com::58fa5490-a667-42dc-8254-21800b12a0ed" providerId="AD" clId="Web-{3DD09C44-A483-DD40-4ABF-88B5BEAE3C70}" dt="2025-05-20T17:42:55.046" v="461"/>
          <ac:graphicFrameMkLst>
            <pc:docMk/>
            <pc:sldMk cId="3508596873" sldId="2147479778"/>
            <ac:graphicFrameMk id="7" creationId="{4D38CD9C-93DB-D105-3455-C5CD2704A1B6}"/>
          </ac:graphicFrameMkLst>
        </pc:graphicFrameChg>
      </pc:sldChg>
      <pc:sldChg chg="addSp delSp modSp new del">
        <pc:chgData name="Chad Alford" userId="S::chad.alford@freeman.com::58fa5490-a667-42dc-8254-21800b12a0ed" providerId="AD" clId="Web-{3DD09C44-A483-DD40-4ABF-88B5BEAE3C70}" dt="2025-05-20T19:38:16.839" v="1205"/>
        <pc:sldMkLst>
          <pc:docMk/>
          <pc:sldMk cId="3170231867" sldId="2147479779"/>
        </pc:sldMkLst>
        <pc:spChg chg="mod">
          <ac:chgData name="Chad Alford" userId="S::chad.alford@freeman.com::58fa5490-a667-42dc-8254-21800b12a0ed" providerId="AD" clId="Web-{3DD09C44-A483-DD40-4ABF-88B5BEAE3C70}" dt="2025-05-20T17:54:30.199" v="489" actId="20577"/>
          <ac:spMkLst>
            <pc:docMk/>
            <pc:sldMk cId="3170231867" sldId="2147479779"/>
            <ac:spMk id="2" creationId="{5A0F3F0D-2603-2E13-05A0-60C6C3093D73}"/>
          </ac:spMkLst>
        </pc:spChg>
        <pc:spChg chg="add del mod">
          <ac:chgData name="Chad Alford" userId="S::chad.alford@freeman.com::58fa5490-a667-42dc-8254-21800b12a0ed" providerId="AD" clId="Web-{3DD09C44-A483-DD40-4ABF-88B5BEAE3C70}" dt="2025-05-20T17:51:43.368" v="478"/>
          <ac:spMkLst>
            <pc:docMk/>
            <pc:sldMk cId="3170231867" sldId="2147479779"/>
            <ac:spMk id="5" creationId="{89F1F0C8-3E6E-8755-F2EF-882E8E2C1F37}"/>
          </ac:spMkLst>
        </pc:spChg>
        <pc:spChg chg="add mod">
          <ac:chgData name="Chad Alford" userId="S::chad.alford@freeman.com::58fa5490-a667-42dc-8254-21800b12a0ed" providerId="AD" clId="Web-{3DD09C44-A483-DD40-4ABF-88B5BEAE3C70}" dt="2025-05-20T17:55:34.075" v="505" actId="1076"/>
          <ac:spMkLst>
            <pc:docMk/>
            <pc:sldMk cId="3170231867" sldId="2147479779"/>
            <ac:spMk id="8" creationId="{F7EFA947-9E42-0832-353B-98F583DFE11C}"/>
          </ac:spMkLst>
        </pc:spChg>
        <pc:picChg chg="add del mod">
          <ac:chgData name="Chad Alford" userId="S::chad.alford@freeman.com::58fa5490-a667-42dc-8254-21800b12a0ed" providerId="AD" clId="Web-{3DD09C44-A483-DD40-4ABF-88B5BEAE3C70}" dt="2025-05-20T17:52:45.166" v="483"/>
          <ac:picMkLst>
            <pc:docMk/>
            <pc:sldMk cId="3170231867" sldId="2147479779"/>
            <ac:picMk id="6" creationId="{BE103092-9CB0-8158-DD94-A4D99B200F2A}"/>
          </ac:picMkLst>
        </pc:picChg>
        <pc:picChg chg="add del mod">
          <ac:chgData name="Chad Alford" userId="S::chad.alford@freeman.com::58fa5490-a667-42dc-8254-21800b12a0ed" providerId="AD" clId="Web-{3DD09C44-A483-DD40-4ABF-88B5BEAE3C70}" dt="2025-05-20T17:54:23.730" v="488"/>
          <ac:picMkLst>
            <pc:docMk/>
            <pc:sldMk cId="3170231867" sldId="2147479779"/>
            <ac:picMk id="7" creationId="{73B54AA1-9C35-1265-485C-B167AEAAC123}"/>
          </ac:picMkLst>
        </pc:picChg>
      </pc:sldChg>
      <pc:sldChg chg="addSp delSp modSp add replId">
        <pc:chgData name="Chad Alford" userId="S::chad.alford@freeman.com::58fa5490-a667-42dc-8254-21800b12a0ed" providerId="AD" clId="Web-{3DD09C44-A483-DD40-4ABF-88B5BEAE3C70}" dt="2025-05-20T18:59:56.230" v="1201" actId="1076"/>
        <pc:sldMkLst>
          <pc:docMk/>
          <pc:sldMk cId="2521484390" sldId="2147479780"/>
        </pc:sldMkLst>
        <pc:spChg chg="del">
          <ac:chgData name="Chad Alford" userId="S::chad.alford@freeman.com::58fa5490-a667-42dc-8254-21800b12a0ed" providerId="AD" clId="Web-{3DD09C44-A483-DD40-4ABF-88B5BEAE3C70}" dt="2025-05-20T18:36:56.952" v="574"/>
          <ac:spMkLst>
            <pc:docMk/>
            <pc:sldMk cId="2521484390" sldId="2147479780"/>
            <ac:spMk id="12" creationId="{AB3B2653-D5A0-37FE-3613-E0ACD08F6AE8}"/>
          </ac:spMkLst>
        </pc:spChg>
        <pc:graphicFrameChg chg="add del mod modGraphic">
          <ac:chgData name="Chad Alford" userId="S::chad.alford@freeman.com::58fa5490-a667-42dc-8254-21800b12a0ed" providerId="AD" clId="Web-{3DD09C44-A483-DD40-4ABF-88B5BEAE3C70}" dt="2025-05-20T18:38:49.376" v="597"/>
          <ac:graphicFrameMkLst>
            <pc:docMk/>
            <pc:sldMk cId="2521484390" sldId="2147479780"/>
            <ac:graphicFrameMk id="2" creationId="{62EEE718-A91F-6D28-BA8D-D66757DF6802}"/>
          </ac:graphicFrameMkLst>
        </pc:graphicFrameChg>
        <pc:graphicFrameChg chg="add mod modGraphic">
          <ac:chgData name="Chad Alford" userId="S::chad.alford@freeman.com::58fa5490-a667-42dc-8254-21800b12a0ed" providerId="AD" clId="Web-{3DD09C44-A483-DD40-4ABF-88B5BEAE3C70}" dt="2025-05-20T18:59:56.230" v="1201" actId="1076"/>
          <ac:graphicFrameMkLst>
            <pc:docMk/>
            <pc:sldMk cId="2521484390" sldId="2147479780"/>
            <ac:graphicFrameMk id="244" creationId="{1E256763-C0C5-FBDC-E158-ADD266190A38}"/>
          </ac:graphicFrameMkLst>
        </pc:graphicFrameChg>
      </pc:sldChg>
      <pc:sldChg chg="addSp delSp modSp add ord replId">
        <pc:chgData name="Chad Alford" userId="S::chad.alford@freeman.com::58fa5490-a667-42dc-8254-21800b12a0ed" providerId="AD" clId="Web-{3DD09C44-A483-DD40-4ABF-88B5BEAE3C70}" dt="2025-05-20T19:39:25.528" v="1216" actId="20577"/>
        <pc:sldMkLst>
          <pc:docMk/>
          <pc:sldMk cId="1036224128" sldId="2147479781"/>
        </pc:sldMkLst>
        <pc:spChg chg="add del mod">
          <ac:chgData name="Chad Alford" userId="S::chad.alford@freeman.com::58fa5490-a667-42dc-8254-21800b12a0ed" providerId="AD" clId="Web-{3DD09C44-A483-DD40-4ABF-88B5BEAE3C70}" dt="2025-05-20T19:39:06.340" v="1210"/>
          <ac:spMkLst>
            <pc:docMk/>
            <pc:sldMk cId="1036224128" sldId="2147479781"/>
            <ac:spMk id="3" creationId="{6E754EFD-56B9-B637-8110-6019D62BDE60}"/>
          </ac:spMkLst>
        </pc:spChg>
        <pc:spChg chg="mod">
          <ac:chgData name="Chad Alford" userId="S::chad.alford@freeman.com::58fa5490-a667-42dc-8254-21800b12a0ed" providerId="AD" clId="Web-{3DD09C44-A483-DD40-4ABF-88B5BEAE3C70}" dt="2025-05-20T19:39:25.528" v="1216" actId="20577"/>
          <ac:spMkLst>
            <pc:docMk/>
            <pc:sldMk cId="1036224128" sldId="2147479781"/>
            <ac:spMk id="9" creationId="{A9A35DB5-17AC-1856-B170-6A843A9BACBC}"/>
          </ac:spMkLst>
        </pc:spChg>
        <pc:spChg chg="del">
          <ac:chgData name="Chad Alford" userId="S::chad.alford@freeman.com::58fa5490-a667-42dc-8254-21800b12a0ed" providerId="AD" clId="Web-{3DD09C44-A483-DD40-4ABF-88B5BEAE3C70}" dt="2025-05-20T19:38:58.855" v="1207"/>
          <ac:spMkLst>
            <pc:docMk/>
            <pc:sldMk cId="1036224128" sldId="2147479781"/>
            <ac:spMk id="13" creationId="{7B41B5BA-5B3C-9173-19DD-ABA532183914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AE88615-40D6-4A51-B996-2E8EBFF4F07E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5ABB214-F73A-403D-A254-C8437EFE957F}">
      <dgm:prSet phldrT="[Text]" phldr="0"/>
      <dgm:spPr/>
      <dgm:t>
        <a:bodyPr/>
        <a:lstStyle/>
        <a:p>
          <a:r>
            <a:rPr lang="en-US" dirty="0">
              <a:latin typeface="Nunito Sans Black"/>
            </a:rPr>
            <a:t>Kickoff</a:t>
          </a:r>
          <a:endParaRPr lang="en-US" dirty="0"/>
        </a:p>
      </dgm:t>
    </dgm:pt>
    <dgm:pt modelId="{4333A39B-4590-4989-AA4C-D65B1F0D8261}" type="parTrans" cxnId="{50ED9849-2BD0-4FB7-A05E-8851A6368F40}">
      <dgm:prSet/>
      <dgm:spPr/>
      <dgm:t>
        <a:bodyPr/>
        <a:lstStyle/>
        <a:p>
          <a:endParaRPr lang="en-US"/>
        </a:p>
      </dgm:t>
    </dgm:pt>
    <dgm:pt modelId="{0C0BE619-1086-438C-A35B-4BC938401A19}" type="sibTrans" cxnId="{50ED9849-2BD0-4FB7-A05E-8851A6368F40}">
      <dgm:prSet/>
      <dgm:spPr/>
      <dgm:t>
        <a:bodyPr/>
        <a:lstStyle/>
        <a:p>
          <a:endParaRPr lang="en-US"/>
        </a:p>
      </dgm:t>
    </dgm:pt>
    <dgm:pt modelId="{D68B5BC6-168B-4B73-A066-BFAC6A6C465F}">
      <dgm:prSet phldrT="[Text]" phldr="0"/>
      <dgm:spPr/>
      <dgm:t>
        <a:bodyPr/>
        <a:lstStyle/>
        <a:p>
          <a:pPr rtl="0"/>
          <a:r>
            <a:rPr lang="en-US" b="0" dirty="0">
              <a:solidFill>
                <a:schemeClr val="accent1"/>
              </a:solidFill>
              <a:latin typeface="Nunito Sans"/>
            </a:rPr>
            <a:t>High level review of process and scope</a:t>
          </a:r>
        </a:p>
      </dgm:t>
    </dgm:pt>
    <dgm:pt modelId="{98D519C3-8743-495D-B958-D8F440BB63B0}" type="parTrans" cxnId="{49C3AA62-509E-4FDF-B8B0-F67E8A84192C}">
      <dgm:prSet/>
      <dgm:spPr/>
      <dgm:t>
        <a:bodyPr/>
        <a:lstStyle/>
        <a:p>
          <a:endParaRPr lang="en-US"/>
        </a:p>
      </dgm:t>
    </dgm:pt>
    <dgm:pt modelId="{BBD2D7E4-087A-4355-B587-CBB8F10CCA44}" type="sibTrans" cxnId="{49C3AA62-509E-4FDF-B8B0-F67E8A84192C}">
      <dgm:prSet/>
      <dgm:spPr/>
      <dgm:t>
        <a:bodyPr/>
        <a:lstStyle/>
        <a:p>
          <a:endParaRPr lang="en-US"/>
        </a:p>
      </dgm:t>
    </dgm:pt>
    <dgm:pt modelId="{DAB3702B-BBF8-47BB-B9E7-9A19EAD4E39F}">
      <dgm:prSet phldrT="[Text]" phldr="0"/>
      <dgm:spPr/>
      <dgm:t>
        <a:bodyPr/>
        <a:lstStyle/>
        <a:p>
          <a:pPr rtl="0"/>
          <a:r>
            <a:rPr lang="en-US" b="0" dirty="0">
              <a:solidFill>
                <a:schemeClr val="accent1"/>
              </a:solidFill>
              <a:latin typeface="Nunito Sans"/>
            </a:rPr>
            <a:t>Identify resources and timelines</a:t>
          </a:r>
        </a:p>
      </dgm:t>
    </dgm:pt>
    <dgm:pt modelId="{A3B4F855-D56D-4599-9BD8-FEDC26270435}" type="parTrans" cxnId="{358C104D-DE36-4E11-99C6-939FAD3CA7C6}">
      <dgm:prSet/>
      <dgm:spPr/>
      <dgm:t>
        <a:bodyPr/>
        <a:lstStyle/>
        <a:p>
          <a:endParaRPr lang="en-US"/>
        </a:p>
      </dgm:t>
    </dgm:pt>
    <dgm:pt modelId="{FF553812-85F3-4828-8068-B5CFFF908D1D}" type="sibTrans" cxnId="{358C104D-DE36-4E11-99C6-939FAD3CA7C6}">
      <dgm:prSet/>
      <dgm:spPr/>
      <dgm:t>
        <a:bodyPr/>
        <a:lstStyle/>
        <a:p>
          <a:endParaRPr lang="en-US"/>
        </a:p>
      </dgm:t>
    </dgm:pt>
    <dgm:pt modelId="{8CF235E8-983D-49E2-A817-F548FC5C34B0}">
      <dgm:prSet phldrT="[Text]" phldr="0"/>
      <dgm:spPr/>
      <dgm:t>
        <a:bodyPr/>
        <a:lstStyle/>
        <a:p>
          <a:r>
            <a:rPr lang="en-US" dirty="0">
              <a:latin typeface="Nunito Sans Black"/>
            </a:rPr>
            <a:t>Analysis</a:t>
          </a:r>
          <a:endParaRPr lang="en-US" dirty="0"/>
        </a:p>
      </dgm:t>
    </dgm:pt>
    <dgm:pt modelId="{3D499643-9373-4C84-8EB3-3FB2EEBEE17F}" type="parTrans" cxnId="{206CB157-B1AD-4CED-B6D7-6AE1BA2438B5}">
      <dgm:prSet/>
      <dgm:spPr/>
      <dgm:t>
        <a:bodyPr/>
        <a:lstStyle/>
        <a:p>
          <a:endParaRPr lang="en-US"/>
        </a:p>
      </dgm:t>
    </dgm:pt>
    <dgm:pt modelId="{266D1975-1B01-41B0-A46A-31E30A22282E}" type="sibTrans" cxnId="{206CB157-B1AD-4CED-B6D7-6AE1BA2438B5}">
      <dgm:prSet/>
      <dgm:spPr/>
      <dgm:t>
        <a:bodyPr/>
        <a:lstStyle/>
        <a:p>
          <a:endParaRPr lang="en-US"/>
        </a:p>
      </dgm:t>
    </dgm:pt>
    <dgm:pt modelId="{1719160D-95D3-4713-A8BA-3ED15B3E1E99}">
      <dgm:prSet phldrT="[Text]" phldr="0"/>
      <dgm:spPr/>
      <dgm:t>
        <a:bodyPr/>
        <a:lstStyle/>
        <a:p>
          <a:pPr rtl="0"/>
          <a:r>
            <a:rPr lang="en-US" dirty="0">
              <a:solidFill>
                <a:schemeClr val="accent1"/>
              </a:solidFill>
              <a:latin typeface="Nunito Sans"/>
            </a:rPr>
            <a:t>Detailed analysis of process flow</a:t>
          </a:r>
        </a:p>
      </dgm:t>
    </dgm:pt>
    <dgm:pt modelId="{F677D02D-13E3-4293-A895-5A242FD3735E}" type="parTrans" cxnId="{2723E33E-1DE8-48EE-8667-A60227CC4031}">
      <dgm:prSet/>
      <dgm:spPr/>
      <dgm:t>
        <a:bodyPr/>
        <a:lstStyle/>
        <a:p>
          <a:endParaRPr lang="en-US"/>
        </a:p>
      </dgm:t>
    </dgm:pt>
    <dgm:pt modelId="{83283EC3-49D9-464D-8A46-5A41A07ED83F}" type="sibTrans" cxnId="{2723E33E-1DE8-48EE-8667-A60227CC4031}">
      <dgm:prSet/>
      <dgm:spPr/>
      <dgm:t>
        <a:bodyPr/>
        <a:lstStyle/>
        <a:p>
          <a:endParaRPr lang="en-US"/>
        </a:p>
      </dgm:t>
    </dgm:pt>
    <dgm:pt modelId="{106A45A1-2C9D-4512-8AA6-A9D53308DA5F}">
      <dgm:prSet phldrT="[Text]" phldr="0"/>
      <dgm:spPr/>
      <dgm:t>
        <a:bodyPr/>
        <a:lstStyle/>
        <a:p>
          <a:pPr rtl="0"/>
          <a:r>
            <a:rPr lang="en-US" dirty="0">
              <a:solidFill>
                <a:schemeClr val="accent1"/>
              </a:solidFill>
              <a:latin typeface="Nunito Sans"/>
            </a:rPr>
            <a:t>Identify data required</a:t>
          </a:r>
        </a:p>
      </dgm:t>
    </dgm:pt>
    <dgm:pt modelId="{8D1809F4-966F-4CF4-87A0-867E160C85B2}" type="parTrans" cxnId="{EEAD3498-51A4-4939-BD18-E2AC9A99F41D}">
      <dgm:prSet/>
      <dgm:spPr/>
      <dgm:t>
        <a:bodyPr/>
        <a:lstStyle/>
        <a:p>
          <a:endParaRPr lang="en-US"/>
        </a:p>
      </dgm:t>
    </dgm:pt>
    <dgm:pt modelId="{6AC9B266-25EF-4A1C-AD62-73A9FF3D5A16}" type="sibTrans" cxnId="{EEAD3498-51A4-4939-BD18-E2AC9A99F41D}">
      <dgm:prSet/>
      <dgm:spPr/>
      <dgm:t>
        <a:bodyPr/>
        <a:lstStyle/>
        <a:p>
          <a:endParaRPr lang="en-US"/>
        </a:p>
      </dgm:t>
    </dgm:pt>
    <dgm:pt modelId="{F6F22F42-70D1-4806-89AA-2683FE9EF9C2}">
      <dgm:prSet phldrT="[Text]" phldr="0"/>
      <dgm:spPr/>
      <dgm:t>
        <a:bodyPr/>
        <a:lstStyle/>
        <a:p>
          <a:pPr rtl="0"/>
          <a:r>
            <a:rPr lang="en-US" dirty="0">
              <a:solidFill>
                <a:schemeClr val="accent1"/>
              </a:solidFill>
              <a:latin typeface="Nunito Sans"/>
            </a:rPr>
            <a:t>Identify if any existing processes exist that can be leveraged</a:t>
          </a:r>
        </a:p>
      </dgm:t>
    </dgm:pt>
    <dgm:pt modelId="{044BDE2C-AFE9-4C31-A153-75A35BA837C0}" type="parTrans" cxnId="{4CFB6570-8AC3-4273-BEBD-35ECCA2988C2}">
      <dgm:prSet/>
      <dgm:spPr/>
      <dgm:t>
        <a:bodyPr/>
        <a:lstStyle/>
        <a:p>
          <a:endParaRPr lang="en-US"/>
        </a:p>
      </dgm:t>
    </dgm:pt>
    <dgm:pt modelId="{150924C7-66FF-47DC-BE54-108E99607B15}" type="sibTrans" cxnId="{4CFB6570-8AC3-4273-BEBD-35ECCA2988C2}">
      <dgm:prSet/>
      <dgm:spPr/>
      <dgm:t>
        <a:bodyPr/>
        <a:lstStyle/>
        <a:p>
          <a:endParaRPr lang="en-US"/>
        </a:p>
      </dgm:t>
    </dgm:pt>
    <dgm:pt modelId="{A290B262-A624-4832-8821-32E4488C17D2}">
      <dgm:prSet phldrT="[Text]" phldr="0"/>
      <dgm:spPr/>
      <dgm:t>
        <a:bodyPr/>
        <a:lstStyle/>
        <a:p>
          <a:pPr rtl="0"/>
          <a:r>
            <a:rPr lang="en-US" dirty="0">
              <a:solidFill>
                <a:schemeClr val="accent1"/>
              </a:solidFill>
              <a:latin typeface="Nunito Sans"/>
            </a:rPr>
            <a:t>Technical Risks that may impact scope or timeline</a:t>
          </a:r>
        </a:p>
      </dgm:t>
    </dgm:pt>
    <dgm:pt modelId="{4F7FCB38-CCF9-4245-9DA6-E036A7B0D4F2}" type="parTrans" cxnId="{324E6DD2-C288-4B85-8C95-9DA2A4F1B565}">
      <dgm:prSet/>
      <dgm:spPr/>
      <dgm:t>
        <a:bodyPr/>
        <a:lstStyle/>
        <a:p>
          <a:endParaRPr lang="en-US"/>
        </a:p>
      </dgm:t>
    </dgm:pt>
    <dgm:pt modelId="{0CDA0440-2800-4376-BC79-C68BFA9B2778}" type="sibTrans" cxnId="{324E6DD2-C288-4B85-8C95-9DA2A4F1B565}">
      <dgm:prSet/>
      <dgm:spPr/>
      <dgm:t>
        <a:bodyPr/>
        <a:lstStyle/>
        <a:p>
          <a:endParaRPr lang="en-US"/>
        </a:p>
      </dgm:t>
    </dgm:pt>
    <dgm:pt modelId="{422AD231-2F41-4AE9-9FA9-FA259AEF02AA}">
      <dgm:prSet phldrT="[Text]" phldr="0"/>
      <dgm:spPr/>
      <dgm:t>
        <a:bodyPr/>
        <a:lstStyle/>
        <a:p>
          <a:r>
            <a:rPr lang="en-US" dirty="0">
              <a:latin typeface="Nunito Sans Black"/>
            </a:rPr>
            <a:t>Design</a:t>
          </a:r>
          <a:endParaRPr lang="en-US" dirty="0"/>
        </a:p>
      </dgm:t>
    </dgm:pt>
    <dgm:pt modelId="{B9DE8644-4C87-493A-B479-200A6042EABF}" type="parTrans" cxnId="{C2105591-8ECF-4467-813F-5EF53560B999}">
      <dgm:prSet/>
      <dgm:spPr/>
      <dgm:t>
        <a:bodyPr/>
        <a:lstStyle/>
        <a:p>
          <a:endParaRPr lang="en-US"/>
        </a:p>
      </dgm:t>
    </dgm:pt>
    <dgm:pt modelId="{0AFF34C6-0B7C-41FE-9D74-DA08CAB05F25}" type="sibTrans" cxnId="{C2105591-8ECF-4467-813F-5EF53560B999}">
      <dgm:prSet/>
      <dgm:spPr/>
      <dgm:t>
        <a:bodyPr/>
        <a:lstStyle/>
        <a:p>
          <a:endParaRPr lang="en-US"/>
        </a:p>
      </dgm:t>
    </dgm:pt>
    <dgm:pt modelId="{7C059E5C-B3B1-4A39-876C-F08A2F960C06}">
      <dgm:prSet phldr="0"/>
      <dgm:spPr/>
      <dgm:t>
        <a:bodyPr/>
        <a:lstStyle/>
        <a:p>
          <a:pPr rtl="0"/>
          <a:r>
            <a:rPr lang="en-US" b="0" dirty="0">
              <a:solidFill>
                <a:schemeClr val="accent1"/>
              </a:solidFill>
              <a:latin typeface="Nunito Sans"/>
            </a:rPr>
            <a:t>Call out of risks/concerns</a:t>
          </a:r>
        </a:p>
      </dgm:t>
    </dgm:pt>
    <dgm:pt modelId="{0E9D02A2-4A8C-4A26-B8D9-3D06354037B2}" type="parTrans" cxnId="{272960E3-1ACB-4C18-B8C7-9DBB8D546061}">
      <dgm:prSet/>
      <dgm:spPr/>
    </dgm:pt>
    <dgm:pt modelId="{EDEAC95A-559C-472B-9707-554C5510A350}" type="sibTrans" cxnId="{272960E3-1ACB-4C18-B8C7-9DBB8D546061}">
      <dgm:prSet/>
      <dgm:spPr/>
    </dgm:pt>
    <dgm:pt modelId="{83103F5C-55C9-4EAE-BE86-A786430D3E22}">
      <dgm:prSet phldr="0"/>
      <dgm:spPr/>
      <dgm:t>
        <a:bodyPr/>
        <a:lstStyle/>
        <a:p>
          <a:pPr rtl="0"/>
          <a:r>
            <a:rPr lang="en-US" dirty="0">
              <a:solidFill>
                <a:schemeClr val="accent1"/>
              </a:solidFill>
              <a:latin typeface="Nunito Sans"/>
            </a:rPr>
            <a:t>Document test plan and approach</a:t>
          </a:r>
        </a:p>
      </dgm:t>
    </dgm:pt>
    <dgm:pt modelId="{A8A09957-CF6D-443C-8A2A-52432989A545}" type="parTrans" cxnId="{B332732F-7C91-4CAF-8260-7B8A4A33C648}">
      <dgm:prSet/>
      <dgm:spPr/>
    </dgm:pt>
    <dgm:pt modelId="{E787C7AD-978E-4443-BE3F-8C876C936FB4}" type="sibTrans" cxnId="{B332732F-7C91-4CAF-8260-7B8A4A33C648}">
      <dgm:prSet/>
      <dgm:spPr/>
    </dgm:pt>
    <dgm:pt modelId="{877FC764-83CA-4143-B999-6E35AE803315}">
      <dgm:prSet phldr="0"/>
      <dgm:spPr/>
      <dgm:t>
        <a:bodyPr/>
        <a:lstStyle/>
        <a:p>
          <a:pPr rtl="0"/>
          <a:r>
            <a:rPr lang="en-US" dirty="0">
              <a:solidFill>
                <a:schemeClr val="accent1"/>
              </a:solidFill>
              <a:latin typeface="Nunito Sans"/>
            </a:rPr>
            <a:t> Identify resources to perform tasks</a:t>
          </a:r>
        </a:p>
      </dgm:t>
    </dgm:pt>
    <dgm:pt modelId="{4C1DBCD9-4C77-4CFB-AC2B-FD6F309EE395}" type="parTrans" cxnId="{0D8AE85C-7254-4F25-9745-45D99E7E8FC4}">
      <dgm:prSet/>
      <dgm:spPr/>
    </dgm:pt>
    <dgm:pt modelId="{0DF5711A-09D5-4953-87D0-5D325298CC4C}" type="sibTrans" cxnId="{0D8AE85C-7254-4F25-9745-45D99E7E8FC4}">
      <dgm:prSet/>
      <dgm:spPr/>
    </dgm:pt>
    <dgm:pt modelId="{C94777CC-6D61-4611-BE49-EBDA0D1A2C5B}">
      <dgm:prSet phldr="0"/>
      <dgm:spPr/>
      <dgm:t>
        <a:bodyPr/>
        <a:lstStyle/>
        <a:p>
          <a:r>
            <a:rPr lang="en-US" dirty="0">
              <a:solidFill>
                <a:schemeClr val="accent1"/>
              </a:solidFill>
              <a:latin typeface="Nunito Sans"/>
            </a:rPr>
            <a:t>Review and gain approval on approach</a:t>
          </a:r>
          <a:endParaRPr lang="en-US" dirty="0"/>
        </a:p>
      </dgm:t>
    </dgm:pt>
    <dgm:pt modelId="{3EE8DA2C-3574-484C-92CE-3D5F08B92C50}" type="parTrans" cxnId="{D82BC703-4F0C-467F-A0C3-A361EF836DEC}">
      <dgm:prSet/>
      <dgm:spPr/>
    </dgm:pt>
    <dgm:pt modelId="{A9C01300-95BE-40CD-B560-152B2AFB337C}" type="sibTrans" cxnId="{D82BC703-4F0C-467F-A0C3-A361EF836DEC}">
      <dgm:prSet/>
      <dgm:spPr/>
    </dgm:pt>
    <dgm:pt modelId="{0ED08DEF-F379-4F7E-BBDF-7C686B1CFB91}">
      <dgm:prSet phldr="0"/>
      <dgm:spPr/>
      <dgm:t>
        <a:bodyPr/>
        <a:lstStyle/>
        <a:p>
          <a:pPr rtl="0"/>
          <a:r>
            <a:rPr lang="en-US" dirty="0">
              <a:solidFill>
                <a:schemeClr val="accent1"/>
              </a:solidFill>
              <a:latin typeface="Nunito Sans"/>
            </a:rPr>
            <a:t>Create automation scripts if necessary</a:t>
          </a:r>
        </a:p>
      </dgm:t>
    </dgm:pt>
    <dgm:pt modelId="{42DBE4FB-E23D-4365-9F49-84DC381C6FB3}" type="parTrans" cxnId="{78324097-14D9-467B-9D85-F772BAF2C6C4}">
      <dgm:prSet/>
      <dgm:spPr/>
    </dgm:pt>
    <dgm:pt modelId="{CAEC0353-A335-437F-9BF1-62508BA3668A}" type="sibTrans" cxnId="{78324097-14D9-467B-9D85-F772BAF2C6C4}">
      <dgm:prSet/>
      <dgm:spPr/>
    </dgm:pt>
    <dgm:pt modelId="{E4035B0B-78C1-41F7-B0BC-53FC11D4A2F9}">
      <dgm:prSet phldr="0"/>
      <dgm:spPr/>
      <dgm:t>
        <a:bodyPr/>
        <a:lstStyle/>
        <a:p>
          <a:pPr rtl="0"/>
          <a:r>
            <a:rPr lang="en-US" dirty="0">
              <a:latin typeface="Nunito Sans Black"/>
            </a:rPr>
            <a:t>Build</a:t>
          </a:r>
        </a:p>
      </dgm:t>
    </dgm:pt>
    <dgm:pt modelId="{299A3026-2A2B-4280-BDE9-023DBF34CA92}" type="parTrans" cxnId="{EBCE22B8-866A-4994-916A-0DE097A3DD2E}">
      <dgm:prSet/>
      <dgm:spPr/>
    </dgm:pt>
    <dgm:pt modelId="{C9FC671B-CA94-4633-82A8-B830B7653123}" type="sibTrans" cxnId="{EBCE22B8-866A-4994-916A-0DE097A3DD2E}">
      <dgm:prSet/>
      <dgm:spPr/>
    </dgm:pt>
    <dgm:pt modelId="{547F6CAF-E096-4ADC-B342-EE503E084680}">
      <dgm:prSet phldr="0"/>
      <dgm:spPr/>
      <dgm:t>
        <a:bodyPr/>
        <a:lstStyle/>
        <a:p>
          <a:pPr rtl="0"/>
          <a:r>
            <a:rPr lang="en-US" dirty="0">
              <a:solidFill>
                <a:schemeClr val="accent1"/>
              </a:solidFill>
              <a:latin typeface="Nunito Sans"/>
            </a:rPr>
            <a:t>Prepare required test data</a:t>
          </a:r>
        </a:p>
      </dgm:t>
    </dgm:pt>
    <dgm:pt modelId="{797F88C2-BFC3-4C57-9373-7D38A1662676}" type="parTrans" cxnId="{CE8E60FD-214D-461D-A09C-F48D569C985F}">
      <dgm:prSet/>
      <dgm:spPr/>
    </dgm:pt>
    <dgm:pt modelId="{A8434820-10BE-48E8-A9FB-44AE2C6512B1}" type="sibTrans" cxnId="{CE8E60FD-214D-461D-A09C-F48D569C985F}">
      <dgm:prSet/>
      <dgm:spPr/>
    </dgm:pt>
    <dgm:pt modelId="{DE3DF5C9-A767-47D4-91F8-35C2459E362B}">
      <dgm:prSet phldr="0"/>
      <dgm:spPr/>
      <dgm:t>
        <a:bodyPr/>
        <a:lstStyle/>
        <a:p>
          <a:pPr rtl="0"/>
          <a:r>
            <a:rPr lang="en-US" dirty="0">
              <a:solidFill>
                <a:schemeClr val="accent1"/>
              </a:solidFill>
              <a:latin typeface="Nunito Sans"/>
            </a:rPr>
            <a:t>Create load test execution document (detailed step by step of who will be doing what)</a:t>
          </a:r>
        </a:p>
      </dgm:t>
    </dgm:pt>
    <dgm:pt modelId="{964B00F0-11C5-4BE9-AE12-551B4752FD61}" type="parTrans" cxnId="{04BD4C56-8FFC-47F9-8361-63C914B32D56}">
      <dgm:prSet/>
      <dgm:spPr/>
    </dgm:pt>
    <dgm:pt modelId="{3C2BC0E4-E663-4F85-B2D6-AD341F5559CC}" type="sibTrans" cxnId="{04BD4C56-8FFC-47F9-8361-63C914B32D56}">
      <dgm:prSet/>
      <dgm:spPr/>
    </dgm:pt>
    <dgm:pt modelId="{40C2AA5C-2005-48D6-80F9-1B46A2E68D4B}">
      <dgm:prSet phldr="0"/>
      <dgm:spPr/>
      <dgm:t>
        <a:bodyPr/>
        <a:lstStyle/>
        <a:p>
          <a:r>
            <a:rPr lang="en-US" dirty="0">
              <a:latin typeface="Nunito Sans Black"/>
            </a:rPr>
            <a:t>Execute</a:t>
          </a:r>
        </a:p>
      </dgm:t>
    </dgm:pt>
    <dgm:pt modelId="{20A6A296-4A0E-4B8F-B213-06B2F464A64D}" type="parTrans" cxnId="{FAA8A773-45BA-45EF-88BA-DC8E097D0F2C}">
      <dgm:prSet/>
      <dgm:spPr/>
    </dgm:pt>
    <dgm:pt modelId="{693D35B8-631F-469A-8BC3-6A7C4459DC3B}" type="sibTrans" cxnId="{FAA8A773-45BA-45EF-88BA-DC8E097D0F2C}">
      <dgm:prSet/>
      <dgm:spPr/>
    </dgm:pt>
    <dgm:pt modelId="{8532A258-111D-48B5-B296-7E506D63F1A8}">
      <dgm:prSet phldr="0"/>
      <dgm:spPr/>
      <dgm:t>
        <a:bodyPr/>
        <a:lstStyle/>
        <a:p>
          <a:pPr rtl="0"/>
          <a:r>
            <a:rPr lang="en-US" dirty="0">
              <a:solidFill>
                <a:schemeClr val="accent1"/>
              </a:solidFill>
              <a:latin typeface="Nunito Sans"/>
            </a:rPr>
            <a:t>Perform load test(s)</a:t>
          </a:r>
        </a:p>
      </dgm:t>
    </dgm:pt>
    <dgm:pt modelId="{846524BF-D844-41EF-8352-68D369345C5F}" type="parTrans" cxnId="{E664AF3E-697B-4EBA-B415-2314E480C2F8}">
      <dgm:prSet/>
      <dgm:spPr/>
    </dgm:pt>
    <dgm:pt modelId="{8C841149-3BF2-4FA9-B7BF-1A67D7B0CD5A}" type="sibTrans" cxnId="{E664AF3E-697B-4EBA-B415-2314E480C2F8}">
      <dgm:prSet/>
      <dgm:spPr/>
    </dgm:pt>
    <dgm:pt modelId="{06016E2F-AE66-4278-9543-0E51F5EEF399}">
      <dgm:prSet phldr="0"/>
      <dgm:spPr/>
      <dgm:t>
        <a:bodyPr/>
        <a:lstStyle/>
        <a:p>
          <a:pPr rtl="0"/>
          <a:r>
            <a:rPr lang="en-US" dirty="0">
              <a:solidFill>
                <a:schemeClr val="accent1"/>
              </a:solidFill>
              <a:latin typeface="Nunito Sans"/>
            </a:rPr>
            <a:t>Capture necessary KPI and result data</a:t>
          </a:r>
        </a:p>
      </dgm:t>
    </dgm:pt>
    <dgm:pt modelId="{573E76C2-81A7-4100-813D-9FFEE809B16C}" type="parTrans" cxnId="{1A74336A-A00A-473D-ABD6-287A55356410}">
      <dgm:prSet/>
      <dgm:spPr/>
    </dgm:pt>
    <dgm:pt modelId="{5DA0AC7A-F8C4-450A-ABCB-E5E51F1E56F0}" type="sibTrans" cxnId="{1A74336A-A00A-473D-ABD6-287A55356410}">
      <dgm:prSet/>
      <dgm:spPr/>
    </dgm:pt>
    <dgm:pt modelId="{BD6B4A81-E28F-44AA-BE6B-E3CECC9301C7}">
      <dgm:prSet phldr="0"/>
      <dgm:spPr/>
      <dgm:t>
        <a:bodyPr/>
        <a:lstStyle/>
        <a:p>
          <a:pPr rtl="0"/>
          <a:r>
            <a:rPr lang="en-US" dirty="0">
              <a:latin typeface="Nunito Sans Black"/>
            </a:rPr>
            <a:t>Report Results</a:t>
          </a:r>
        </a:p>
      </dgm:t>
    </dgm:pt>
    <dgm:pt modelId="{6EFBDA62-5D10-49B7-93DB-09A58BE5AA7B}" type="parTrans" cxnId="{C6CAEDCC-3301-4947-A9D4-B1742C50A093}">
      <dgm:prSet/>
      <dgm:spPr/>
    </dgm:pt>
    <dgm:pt modelId="{E31C74BA-4ECF-4230-B4E5-8EC925AC8377}" type="sibTrans" cxnId="{C6CAEDCC-3301-4947-A9D4-B1742C50A093}">
      <dgm:prSet/>
      <dgm:spPr/>
    </dgm:pt>
    <dgm:pt modelId="{18D21DE0-23B9-46E8-8BE7-7825A09719DC}">
      <dgm:prSet phldr="0"/>
      <dgm:spPr/>
      <dgm:t>
        <a:bodyPr/>
        <a:lstStyle/>
        <a:p>
          <a:pPr rtl="0"/>
          <a:r>
            <a:rPr lang="en-US" dirty="0">
              <a:solidFill>
                <a:schemeClr val="accent1"/>
              </a:solidFill>
              <a:latin typeface="Nunito Sans"/>
            </a:rPr>
            <a:t>Internally review results and determine if additional executions are required</a:t>
          </a:r>
        </a:p>
      </dgm:t>
    </dgm:pt>
    <dgm:pt modelId="{98275219-EFBF-40C2-A6A1-346DA4E90270}" type="parTrans" cxnId="{55EC8869-FE06-4F9D-8035-F43484BA7DB4}">
      <dgm:prSet/>
      <dgm:spPr/>
    </dgm:pt>
    <dgm:pt modelId="{4CB1D419-4ACD-4397-B1C9-BF8AC1F19900}" type="sibTrans" cxnId="{55EC8869-FE06-4F9D-8035-F43484BA7DB4}">
      <dgm:prSet/>
      <dgm:spPr/>
    </dgm:pt>
    <dgm:pt modelId="{A5381E51-2303-4FCB-A355-2E424AEFB58C}">
      <dgm:prSet phldr="0"/>
      <dgm:spPr/>
      <dgm:t>
        <a:bodyPr/>
        <a:lstStyle/>
        <a:p>
          <a:pPr algn="l" rtl="0"/>
          <a:r>
            <a:rPr lang="en-US" dirty="0">
              <a:solidFill>
                <a:schemeClr val="accent1"/>
              </a:solidFill>
              <a:latin typeface="Nunito Sans"/>
            </a:rPr>
            <a:t>Document and share findings of load test with key stakeholders</a:t>
          </a:r>
          <a:endParaRPr lang="en-US" dirty="0">
            <a:latin typeface="Nunito Sans"/>
          </a:endParaRPr>
        </a:p>
      </dgm:t>
    </dgm:pt>
    <dgm:pt modelId="{71889068-AC0E-4DA3-B95D-F0FACEACD211}" type="parTrans" cxnId="{47E5BF2B-11A3-41DD-A9AF-9AD4DBADA04F}">
      <dgm:prSet/>
      <dgm:spPr/>
    </dgm:pt>
    <dgm:pt modelId="{48A79321-A1F7-4F60-A99F-7B1820834C86}" type="sibTrans" cxnId="{47E5BF2B-11A3-41DD-A9AF-9AD4DBADA04F}">
      <dgm:prSet/>
      <dgm:spPr/>
    </dgm:pt>
    <dgm:pt modelId="{98D1F1CE-BBAF-4F24-848A-16234EE07B03}">
      <dgm:prSet phldr="0"/>
      <dgm:spPr/>
      <dgm:t>
        <a:bodyPr/>
        <a:lstStyle/>
        <a:p>
          <a:pPr rtl="0"/>
          <a:r>
            <a:rPr lang="en-US" dirty="0">
              <a:solidFill>
                <a:schemeClr val="accent1"/>
              </a:solidFill>
              <a:latin typeface="Nunito Sans"/>
            </a:rPr>
            <a:t>Call out impacted and/or dependent systems</a:t>
          </a:r>
          <a:endParaRPr lang="en-US" dirty="0"/>
        </a:p>
      </dgm:t>
    </dgm:pt>
    <dgm:pt modelId="{72F531C8-D3A9-4943-8E4E-ADA599A6F8CC}" type="parTrans" cxnId="{D367D13E-7E92-44E6-B287-3A34F6AB894C}">
      <dgm:prSet/>
      <dgm:spPr/>
    </dgm:pt>
    <dgm:pt modelId="{51BA6CE1-AB67-42A3-9197-9FCBF8C28E4E}" type="sibTrans" cxnId="{D367D13E-7E92-44E6-B287-3A34F6AB894C}">
      <dgm:prSet/>
      <dgm:spPr/>
    </dgm:pt>
    <dgm:pt modelId="{BBDCF928-69E6-43A7-9C0C-35F38BA4689E}">
      <dgm:prSet phldr="0"/>
      <dgm:spPr/>
      <dgm:t>
        <a:bodyPr/>
        <a:lstStyle/>
        <a:p>
          <a:pPr rtl="0"/>
          <a:r>
            <a:rPr lang="en-US" dirty="0">
              <a:solidFill>
                <a:schemeClr val="accent1"/>
              </a:solidFill>
              <a:latin typeface="Nunito Sans"/>
            </a:rPr>
            <a:t>Document what success looks like (KPIs, SLAs)</a:t>
          </a:r>
        </a:p>
      </dgm:t>
    </dgm:pt>
    <dgm:pt modelId="{1B15323B-4C7C-4DA3-9104-A6CF2E4CACFC}" type="parTrans" cxnId="{68A98646-94C6-409D-A16F-8E7D405D6A20}">
      <dgm:prSet/>
      <dgm:spPr/>
    </dgm:pt>
    <dgm:pt modelId="{1BDABE1F-B307-4515-BA5A-A6E5540BDF73}" type="sibTrans" cxnId="{68A98646-94C6-409D-A16F-8E7D405D6A20}">
      <dgm:prSet/>
      <dgm:spPr/>
    </dgm:pt>
    <dgm:pt modelId="{7D0D6D1A-B6C5-4E42-8C49-436669179965}" type="pres">
      <dgm:prSet presAssocID="{FAE88615-40D6-4A51-B996-2E8EBFF4F07E}" presName="Name0" presStyleCnt="0">
        <dgm:presLayoutVars>
          <dgm:dir/>
          <dgm:animLvl val="lvl"/>
          <dgm:resizeHandles val="exact"/>
        </dgm:presLayoutVars>
      </dgm:prSet>
      <dgm:spPr/>
    </dgm:pt>
    <dgm:pt modelId="{7046DA6E-9EF2-444B-9007-666552131A48}" type="pres">
      <dgm:prSet presAssocID="{A5ABB214-F73A-403D-A254-C8437EFE957F}" presName="composite" presStyleCnt="0"/>
      <dgm:spPr/>
    </dgm:pt>
    <dgm:pt modelId="{C65274BE-6E05-4090-8AB5-A97BF115ADC3}" type="pres">
      <dgm:prSet presAssocID="{A5ABB214-F73A-403D-A254-C8437EFE957F}" presName="parTx" presStyleLbl="alignNode1" presStyleIdx="0" presStyleCnt="6">
        <dgm:presLayoutVars>
          <dgm:chMax val="0"/>
          <dgm:chPref val="0"/>
          <dgm:bulletEnabled val="1"/>
        </dgm:presLayoutVars>
      </dgm:prSet>
      <dgm:spPr/>
    </dgm:pt>
    <dgm:pt modelId="{9FE1B9E9-1442-4977-A53D-7586FE047EA7}" type="pres">
      <dgm:prSet presAssocID="{A5ABB214-F73A-403D-A254-C8437EFE957F}" presName="desTx" presStyleLbl="alignAccFollowNode1" presStyleIdx="0" presStyleCnt="6">
        <dgm:presLayoutVars>
          <dgm:bulletEnabled val="1"/>
        </dgm:presLayoutVars>
      </dgm:prSet>
      <dgm:spPr/>
    </dgm:pt>
    <dgm:pt modelId="{9D9C9DBC-73CD-40B6-9D04-C33237E5EFAC}" type="pres">
      <dgm:prSet presAssocID="{0C0BE619-1086-438C-A35B-4BC938401A19}" presName="space" presStyleCnt="0"/>
      <dgm:spPr/>
    </dgm:pt>
    <dgm:pt modelId="{E6D031FE-6EA4-417A-B13C-743C2CF32610}" type="pres">
      <dgm:prSet presAssocID="{8CF235E8-983D-49E2-A817-F548FC5C34B0}" presName="composite" presStyleCnt="0"/>
      <dgm:spPr/>
    </dgm:pt>
    <dgm:pt modelId="{E9E1DCC5-7E9E-4378-8E5E-E8E0ECC30DAA}" type="pres">
      <dgm:prSet presAssocID="{8CF235E8-983D-49E2-A817-F548FC5C34B0}" presName="parTx" presStyleLbl="alignNode1" presStyleIdx="1" presStyleCnt="6">
        <dgm:presLayoutVars>
          <dgm:chMax val="0"/>
          <dgm:chPref val="0"/>
          <dgm:bulletEnabled val="1"/>
        </dgm:presLayoutVars>
      </dgm:prSet>
      <dgm:spPr/>
    </dgm:pt>
    <dgm:pt modelId="{EF3060CA-0CEC-4304-BB87-AE1FD8E7B02D}" type="pres">
      <dgm:prSet presAssocID="{8CF235E8-983D-49E2-A817-F548FC5C34B0}" presName="desTx" presStyleLbl="alignAccFollowNode1" presStyleIdx="1" presStyleCnt="6">
        <dgm:presLayoutVars>
          <dgm:bulletEnabled val="1"/>
        </dgm:presLayoutVars>
      </dgm:prSet>
      <dgm:spPr/>
    </dgm:pt>
    <dgm:pt modelId="{FCDB8E7F-46C6-4BD1-993E-FE4FA2B71553}" type="pres">
      <dgm:prSet presAssocID="{266D1975-1B01-41B0-A46A-31E30A22282E}" presName="space" presStyleCnt="0"/>
      <dgm:spPr/>
    </dgm:pt>
    <dgm:pt modelId="{C25664DF-193C-4F33-9113-292383A75AAB}" type="pres">
      <dgm:prSet presAssocID="{422AD231-2F41-4AE9-9FA9-FA259AEF02AA}" presName="composite" presStyleCnt="0"/>
      <dgm:spPr/>
    </dgm:pt>
    <dgm:pt modelId="{AAE62A3D-8C8D-4ACA-AFE4-4CFAA3EB80EF}" type="pres">
      <dgm:prSet presAssocID="{422AD231-2F41-4AE9-9FA9-FA259AEF02AA}" presName="parTx" presStyleLbl="alignNode1" presStyleIdx="2" presStyleCnt="6">
        <dgm:presLayoutVars>
          <dgm:chMax val="0"/>
          <dgm:chPref val="0"/>
          <dgm:bulletEnabled val="1"/>
        </dgm:presLayoutVars>
      </dgm:prSet>
      <dgm:spPr/>
    </dgm:pt>
    <dgm:pt modelId="{B7EC21CB-9B8A-4ADF-8D27-99987DFDF457}" type="pres">
      <dgm:prSet presAssocID="{422AD231-2F41-4AE9-9FA9-FA259AEF02AA}" presName="desTx" presStyleLbl="alignAccFollowNode1" presStyleIdx="2" presStyleCnt="6">
        <dgm:presLayoutVars>
          <dgm:bulletEnabled val="1"/>
        </dgm:presLayoutVars>
      </dgm:prSet>
      <dgm:spPr/>
    </dgm:pt>
    <dgm:pt modelId="{736BA1EB-C954-44DC-AF3D-9FB5FBAECEBE}" type="pres">
      <dgm:prSet presAssocID="{0AFF34C6-0B7C-41FE-9D74-DA08CAB05F25}" presName="space" presStyleCnt="0"/>
      <dgm:spPr/>
    </dgm:pt>
    <dgm:pt modelId="{B9B0BA43-D260-4E62-956B-F913E0973C8B}" type="pres">
      <dgm:prSet presAssocID="{E4035B0B-78C1-41F7-B0BC-53FC11D4A2F9}" presName="composite" presStyleCnt="0"/>
      <dgm:spPr/>
    </dgm:pt>
    <dgm:pt modelId="{8F6C7FC1-1335-415F-8335-E52F7E05D40E}" type="pres">
      <dgm:prSet presAssocID="{E4035B0B-78C1-41F7-B0BC-53FC11D4A2F9}" presName="parTx" presStyleLbl="alignNode1" presStyleIdx="3" presStyleCnt="6">
        <dgm:presLayoutVars>
          <dgm:chMax val="0"/>
          <dgm:chPref val="0"/>
          <dgm:bulletEnabled val="1"/>
        </dgm:presLayoutVars>
      </dgm:prSet>
      <dgm:spPr/>
    </dgm:pt>
    <dgm:pt modelId="{70FD6C10-5BDB-4DA7-B964-E2BCAAE6BA8D}" type="pres">
      <dgm:prSet presAssocID="{E4035B0B-78C1-41F7-B0BC-53FC11D4A2F9}" presName="desTx" presStyleLbl="alignAccFollowNode1" presStyleIdx="3" presStyleCnt="6">
        <dgm:presLayoutVars>
          <dgm:bulletEnabled val="1"/>
        </dgm:presLayoutVars>
      </dgm:prSet>
      <dgm:spPr/>
    </dgm:pt>
    <dgm:pt modelId="{7733137B-4BB8-490A-B033-F8E118D8D3F0}" type="pres">
      <dgm:prSet presAssocID="{C9FC671B-CA94-4633-82A8-B830B7653123}" presName="space" presStyleCnt="0"/>
      <dgm:spPr/>
    </dgm:pt>
    <dgm:pt modelId="{36EF32AE-AEE0-4AE6-9078-64DA510E4796}" type="pres">
      <dgm:prSet presAssocID="{40C2AA5C-2005-48D6-80F9-1B46A2E68D4B}" presName="composite" presStyleCnt="0"/>
      <dgm:spPr/>
    </dgm:pt>
    <dgm:pt modelId="{60BB59A9-F359-4E72-B0E5-890685A53FFA}" type="pres">
      <dgm:prSet presAssocID="{40C2AA5C-2005-48D6-80F9-1B46A2E68D4B}" presName="parTx" presStyleLbl="alignNode1" presStyleIdx="4" presStyleCnt="6">
        <dgm:presLayoutVars>
          <dgm:chMax val="0"/>
          <dgm:chPref val="0"/>
          <dgm:bulletEnabled val="1"/>
        </dgm:presLayoutVars>
      </dgm:prSet>
      <dgm:spPr/>
    </dgm:pt>
    <dgm:pt modelId="{8CF71274-439D-42D4-B2CF-1D193ADDD8A8}" type="pres">
      <dgm:prSet presAssocID="{40C2AA5C-2005-48D6-80F9-1B46A2E68D4B}" presName="desTx" presStyleLbl="alignAccFollowNode1" presStyleIdx="4" presStyleCnt="6">
        <dgm:presLayoutVars>
          <dgm:bulletEnabled val="1"/>
        </dgm:presLayoutVars>
      </dgm:prSet>
      <dgm:spPr/>
    </dgm:pt>
    <dgm:pt modelId="{24E4B047-7D59-4467-A674-E7264C684D95}" type="pres">
      <dgm:prSet presAssocID="{693D35B8-631F-469A-8BC3-6A7C4459DC3B}" presName="space" presStyleCnt="0"/>
      <dgm:spPr/>
    </dgm:pt>
    <dgm:pt modelId="{CCF3FB02-480F-4436-A20E-A25ECD8DC63B}" type="pres">
      <dgm:prSet presAssocID="{BD6B4A81-E28F-44AA-BE6B-E3CECC9301C7}" presName="composite" presStyleCnt="0"/>
      <dgm:spPr/>
    </dgm:pt>
    <dgm:pt modelId="{21453C09-49F8-4F4C-832A-8DF1C2BE1691}" type="pres">
      <dgm:prSet presAssocID="{BD6B4A81-E28F-44AA-BE6B-E3CECC9301C7}" presName="parTx" presStyleLbl="alignNode1" presStyleIdx="5" presStyleCnt="6">
        <dgm:presLayoutVars>
          <dgm:chMax val="0"/>
          <dgm:chPref val="0"/>
          <dgm:bulletEnabled val="1"/>
        </dgm:presLayoutVars>
      </dgm:prSet>
      <dgm:spPr/>
    </dgm:pt>
    <dgm:pt modelId="{A63D5C5B-E78E-40DE-B422-3EAABC2EA166}" type="pres">
      <dgm:prSet presAssocID="{BD6B4A81-E28F-44AA-BE6B-E3CECC9301C7}" presName="desTx" presStyleLbl="alignAccFollowNode1" presStyleIdx="5" presStyleCnt="6">
        <dgm:presLayoutVars>
          <dgm:bulletEnabled val="1"/>
        </dgm:presLayoutVars>
      </dgm:prSet>
      <dgm:spPr/>
    </dgm:pt>
  </dgm:ptLst>
  <dgm:cxnLst>
    <dgm:cxn modelId="{D82BC703-4F0C-467F-A0C3-A361EF836DEC}" srcId="{422AD231-2F41-4AE9-9FA9-FA259AEF02AA}" destId="{C94777CC-6D61-4611-BE49-EBDA0D1A2C5B}" srcOrd="3" destOrd="0" parTransId="{3EE8DA2C-3574-484C-92CE-3D5F08B92C50}" sibTransId="{A9C01300-95BE-40CD-B560-152B2AFB337C}"/>
    <dgm:cxn modelId="{870AA404-9CAF-4E70-8A41-7E91FD78231E}" type="presOf" srcId="{DAB3702B-BBF8-47BB-B9E7-9A19EAD4E39F}" destId="{9FE1B9E9-1442-4977-A53D-7586FE047EA7}" srcOrd="0" destOrd="1" presId="urn:microsoft.com/office/officeart/2005/8/layout/hList1"/>
    <dgm:cxn modelId="{D1FB9226-A85D-4C73-AAB8-7C728EEC78F2}" type="presOf" srcId="{BD6B4A81-E28F-44AA-BE6B-E3CECC9301C7}" destId="{21453C09-49F8-4F4C-832A-8DF1C2BE1691}" srcOrd="0" destOrd="0" presId="urn:microsoft.com/office/officeart/2005/8/layout/hList1"/>
    <dgm:cxn modelId="{AB54282B-55F9-46AE-BE4E-BC7C46FD8B82}" type="presOf" srcId="{A5ABB214-F73A-403D-A254-C8437EFE957F}" destId="{C65274BE-6E05-4090-8AB5-A97BF115ADC3}" srcOrd="0" destOrd="0" presId="urn:microsoft.com/office/officeart/2005/8/layout/hList1"/>
    <dgm:cxn modelId="{47E5BF2B-11A3-41DD-A9AF-9AD4DBADA04F}" srcId="{BD6B4A81-E28F-44AA-BE6B-E3CECC9301C7}" destId="{A5381E51-2303-4FCB-A355-2E424AEFB58C}" srcOrd="0" destOrd="0" parTransId="{71889068-AC0E-4DA3-B95D-F0FACEACD211}" sibTransId="{48A79321-A1F7-4F60-A99F-7B1820834C86}"/>
    <dgm:cxn modelId="{B332732F-7C91-4CAF-8260-7B8A4A33C648}" srcId="{422AD231-2F41-4AE9-9FA9-FA259AEF02AA}" destId="{83103F5C-55C9-4EAE-BE86-A786430D3E22}" srcOrd="0" destOrd="0" parTransId="{A8A09957-CF6D-443C-8A2A-52432989A545}" sibTransId="{E787C7AD-978E-4443-BE3F-8C876C936FB4}"/>
    <dgm:cxn modelId="{37C74031-F3EF-4B9A-BA58-6E9D56E07DF1}" type="presOf" srcId="{7C059E5C-B3B1-4A39-876C-F08A2F960C06}" destId="{9FE1B9E9-1442-4977-A53D-7586FE047EA7}" srcOrd="0" destOrd="2" presId="urn:microsoft.com/office/officeart/2005/8/layout/hList1"/>
    <dgm:cxn modelId="{3A7D5031-B849-457C-9D14-55BFA3E22E09}" type="presOf" srcId="{877FC764-83CA-4143-B999-6E35AE803315}" destId="{B7EC21CB-9B8A-4ADF-8D27-99987DFDF457}" srcOrd="0" destOrd="1" presId="urn:microsoft.com/office/officeart/2005/8/layout/hList1"/>
    <dgm:cxn modelId="{96C72434-07A6-42AE-A122-66F4FF24F4DA}" type="presOf" srcId="{18D21DE0-23B9-46E8-8BE7-7825A09719DC}" destId="{8CF71274-439D-42D4-B2CF-1D193ADDD8A8}" srcOrd="0" destOrd="2" presId="urn:microsoft.com/office/officeart/2005/8/layout/hList1"/>
    <dgm:cxn modelId="{F3374339-DA67-408B-A9A0-5077F75A4EDA}" type="presOf" srcId="{A5381E51-2303-4FCB-A355-2E424AEFB58C}" destId="{A63D5C5B-E78E-40DE-B422-3EAABC2EA166}" srcOrd="0" destOrd="0" presId="urn:microsoft.com/office/officeart/2005/8/layout/hList1"/>
    <dgm:cxn modelId="{7525763B-A2FD-4932-A5F9-4806DC3D58AA}" type="presOf" srcId="{E4035B0B-78C1-41F7-B0BC-53FC11D4A2F9}" destId="{8F6C7FC1-1335-415F-8335-E52F7E05D40E}" srcOrd="0" destOrd="0" presId="urn:microsoft.com/office/officeart/2005/8/layout/hList1"/>
    <dgm:cxn modelId="{E664AF3E-697B-4EBA-B415-2314E480C2F8}" srcId="{40C2AA5C-2005-48D6-80F9-1B46A2E68D4B}" destId="{8532A258-111D-48B5-B296-7E506D63F1A8}" srcOrd="0" destOrd="0" parTransId="{846524BF-D844-41EF-8352-68D369345C5F}" sibTransId="{8C841149-3BF2-4FA9-B7BF-1A67D7B0CD5A}"/>
    <dgm:cxn modelId="{D367D13E-7E92-44E6-B287-3A34F6AB894C}" srcId="{8CF235E8-983D-49E2-A817-F548FC5C34B0}" destId="{98D1F1CE-BBAF-4F24-848A-16234EE07B03}" srcOrd="1" destOrd="0" parTransId="{72F531C8-D3A9-4943-8E4E-ADA599A6F8CC}" sibTransId="{51BA6CE1-AB67-42A3-9197-9FCBF8C28E4E}"/>
    <dgm:cxn modelId="{2723E33E-1DE8-48EE-8667-A60227CC4031}" srcId="{8CF235E8-983D-49E2-A817-F548FC5C34B0}" destId="{1719160D-95D3-4713-A8BA-3ED15B3E1E99}" srcOrd="0" destOrd="0" parTransId="{F677D02D-13E3-4293-A895-5A242FD3735E}" sibTransId="{83283EC3-49D9-464D-8A46-5A41A07ED83F}"/>
    <dgm:cxn modelId="{0D8AE85C-7254-4F25-9745-45D99E7E8FC4}" srcId="{422AD231-2F41-4AE9-9FA9-FA259AEF02AA}" destId="{877FC764-83CA-4143-B999-6E35AE803315}" srcOrd="1" destOrd="0" parTransId="{4C1DBCD9-4C77-4CFB-AC2B-FD6F309EE395}" sibTransId="{0DF5711A-09D5-4953-87D0-5D325298CC4C}"/>
    <dgm:cxn modelId="{49C3AA62-509E-4FDF-B8B0-F67E8A84192C}" srcId="{A5ABB214-F73A-403D-A254-C8437EFE957F}" destId="{D68B5BC6-168B-4B73-A066-BFAC6A6C465F}" srcOrd="0" destOrd="0" parTransId="{98D519C3-8743-495D-B958-D8F440BB63B0}" sibTransId="{BBD2D7E4-087A-4355-B587-CBB8F10CCA44}"/>
    <dgm:cxn modelId="{68A98646-94C6-409D-A16F-8E7D405D6A20}" srcId="{422AD231-2F41-4AE9-9FA9-FA259AEF02AA}" destId="{BBDCF928-69E6-43A7-9C0C-35F38BA4689E}" srcOrd="2" destOrd="0" parTransId="{1B15323B-4C7C-4DA3-9104-A6CF2E4CACFC}" sibTransId="{1BDABE1F-B307-4515-BA5A-A6E5540BDF73}"/>
    <dgm:cxn modelId="{5C896749-16DA-4EAA-AEA8-3091D8F241EE}" type="presOf" srcId="{0ED08DEF-F379-4F7E-BBDF-7C686B1CFB91}" destId="{70FD6C10-5BDB-4DA7-B964-E2BCAAE6BA8D}" srcOrd="0" destOrd="0" presId="urn:microsoft.com/office/officeart/2005/8/layout/hList1"/>
    <dgm:cxn modelId="{55EC8869-FE06-4F9D-8035-F43484BA7DB4}" srcId="{40C2AA5C-2005-48D6-80F9-1B46A2E68D4B}" destId="{18D21DE0-23B9-46E8-8BE7-7825A09719DC}" srcOrd="2" destOrd="0" parTransId="{98275219-EFBF-40C2-A6A1-346DA4E90270}" sibTransId="{4CB1D419-4ACD-4397-B1C9-BF8AC1F19900}"/>
    <dgm:cxn modelId="{50ED9849-2BD0-4FB7-A05E-8851A6368F40}" srcId="{FAE88615-40D6-4A51-B996-2E8EBFF4F07E}" destId="{A5ABB214-F73A-403D-A254-C8437EFE957F}" srcOrd="0" destOrd="0" parTransId="{4333A39B-4590-4989-AA4C-D65B1F0D8261}" sibTransId="{0C0BE619-1086-438C-A35B-4BC938401A19}"/>
    <dgm:cxn modelId="{1A74336A-A00A-473D-ABD6-287A55356410}" srcId="{40C2AA5C-2005-48D6-80F9-1B46A2E68D4B}" destId="{06016E2F-AE66-4278-9543-0E51F5EEF399}" srcOrd="1" destOrd="0" parTransId="{573E76C2-81A7-4100-813D-9FFEE809B16C}" sibTransId="{5DA0AC7A-F8C4-450A-ABCB-E5E51F1E56F0}"/>
    <dgm:cxn modelId="{358C104D-DE36-4E11-99C6-939FAD3CA7C6}" srcId="{A5ABB214-F73A-403D-A254-C8437EFE957F}" destId="{DAB3702B-BBF8-47BB-B9E7-9A19EAD4E39F}" srcOrd="1" destOrd="0" parTransId="{A3B4F855-D56D-4599-9BD8-FEDC26270435}" sibTransId="{FF553812-85F3-4828-8068-B5CFFF908D1D}"/>
    <dgm:cxn modelId="{4CFB6570-8AC3-4273-BEBD-35ECCA2988C2}" srcId="{8CF235E8-983D-49E2-A817-F548FC5C34B0}" destId="{F6F22F42-70D1-4806-89AA-2683FE9EF9C2}" srcOrd="3" destOrd="0" parTransId="{044BDE2C-AFE9-4C31-A153-75A35BA837C0}" sibTransId="{150924C7-66FF-47DC-BE54-108E99607B15}"/>
    <dgm:cxn modelId="{C6888373-7744-45CA-9413-E7906BBB573E}" type="presOf" srcId="{D68B5BC6-168B-4B73-A066-BFAC6A6C465F}" destId="{9FE1B9E9-1442-4977-A53D-7586FE047EA7}" srcOrd="0" destOrd="0" presId="urn:microsoft.com/office/officeart/2005/8/layout/hList1"/>
    <dgm:cxn modelId="{FAA8A773-45BA-45EF-88BA-DC8E097D0F2C}" srcId="{FAE88615-40D6-4A51-B996-2E8EBFF4F07E}" destId="{40C2AA5C-2005-48D6-80F9-1B46A2E68D4B}" srcOrd="4" destOrd="0" parTransId="{20A6A296-4A0E-4B8F-B213-06B2F464A64D}" sibTransId="{693D35B8-631F-469A-8BC3-6A7C4459DC3B}"/>
    <dgm:cxn modelId="{63B61775-E85F-47E0-9000-948C8D125549}" type="presOf" srcId="{A290B262-A624-4832-8821-32E4488C17D2}" destId="{EF3060CA-0CEC-4304-BB87-AE1FD8E7B02D}" srcOrd="0" destOrd="4" presId="urn:microsoft.com/office/officeart/2005/8/layout/hList1"/>
    <dgm:cxn modelId="{04BD4C56-8FFC-47F9-8361-63C914B32D56}" srcId="{E4035B0B-78C1-41F7-B0BC-53FC11D4A2F9}" destId="{DE3DF5C9-A767-47D4-91F8-35C2459E362B}" srcOrd="2" destOrd="0" parTransId="{964B00F0-11C5-4BE9-AE12-551B4752FD61}" sibTransId="{3C2BC0E4-E663-4F85-B2D6-AD341F5559CC}"/>
    <dgm:cxn modelId="{206CB157-B1AD-4CED-B6D7-6AE1BA2438B5}" srcId="{FAE88615-40D6-4A51-B996-2E8EBFF4F07E}" destId="{8CF235E8-983D-49E2-A817-F548FC5C34B0}" srcOrd="1" destOrd="0" parTransId="{3D499643-9373-4C84-8EB3-3FB2EEBEE17F}" sibTransId="{266D1975-1B01-41B0-A46A-31E30A22282E}"/>
    <dgm:cxn modelId="{E330727E-CF60-4DA9-8D9F-C82B6079B877}" type="presOf" srcId="{8532A258-111D-48B5-B296-7E506D63F1A8}" destId="{8CF71274-439D-42D4-B2CF-1D193ADDD8A8}" srcOrd="0" destOrd="0" presId="urn:microsoft.com/office/officeart/2005/8/layout/hList1"/>
    <dgm:cxn modelId="{143BF081-D4D2-4328-A167-CD2DC3134386}" type="presOf" srcId="{106A45A1-2C9D-4512-8AA6-A9D53308DA5F}" destId="{EF3060CA-0CEC-4304-BB87-AE1FD8E7B02D}" srcOrd="0" destOrd="2" presId="urn:microsoft.com/office/officeart/2005/8/layout/hList1"/>
    <dgm:cxn modelId="{709E0E8D-4027-45EF-9B88-F478EC84D2EF}" type="presOf" srcId="{BBDCF928-69E6-43A7-9C0C-35F38BA4689E}" destId="{B7EC21CB-9B8A-4ADF-8D27-99987DFDF457}" srcOrd="0" destOrd="2" presId="urn:microsoft.com/office/officeart/2005/8/layout/hList1"/>
    <dgm:cxn modelId="{FF8E5790-1D64-44D8-B29C-4F1F2049FE34}" type="presOf" srcId="{83103F5C-55C9-4EAE-BE86-A786430D3E22}" destId="{B7EC21CB-9B8A-4ADF-8D27-99987DFDF457}" srcOrd="0" destOrd="0" presId="urn:microsoft.com/office/officeart/2005/8/layout/hList1"/>
    <dgm:cxn modelId="{C2105591-8ECF-4467-813F-5EF53560B999}" srcId="{FAE88615-40D6-4A51-B996-2E8EBFF4F07E}" destId="{422AD231-2F41-4AE9-9FA9-FA259AEF02AA}" srcOrd="2" destOrd="0" parTransId="{B9DE8644-4C87-493A-B479-200A6042EABF}" sibTransId="{0AFF34C6-0B7C-41FE-9D74-DA08CAB05F25}"/>
    <dgm:cxn modelId="{78324097-14D9-467B-9D85-F772BAF2C6C4}" srcId="{E4035B0B-78C1-41F7-B0BC-53FC11D4A2F9}" destId="{0ED08DEF-F379-4F7E-BBDF-7C686B1CFB91}" srcOrd="0" destOrd="0" parTransId="{42DBE4FB-E23D-4365-9F49-84DC381C6FB3}" sibTransId="{CAEC0353-A335-437F-9BF1-62508BA3668A}"/>
    <dgm:cxn modelId="{EEAD3498-51A4-4939-BD18-E2AC9A99F41D}" srcId="{8CF235E8-983D-49E2-A817-F548FC5C34B0}" destId="{106A45A1-2C9D-4512-8AA6-A9D53308DA5F}" srcOrd="2" destOrd="0" parTransId="{8D1809F4-966F-4CF4-87A0-867E160C85B2}" sibTransId="{6AC9B266-25EF-4A1C-AD62-73A9FF3D5A16}"/>
    <dgm:cxn modelId="{5531E29F-F8F6-4FA3-9783-152EA04D033B}" type="presOf" srcId="{F6F22F42-70D1-4806-89AA-2683FE9EF9C2}" destId="{EF3060CA-0CEC-4304-BB87-AE1FD8E7B02D}" srcOrd="0" destOrd="3" presId="urn:microsoft.com/office/officeart/2005/8/layout/hList1"/>
    <dgm:cxn modelId="{AD6D5CA0-F4BA-48D9-ADEA-53AF7F1DF68F}" type="presOf" srcId="{C94777CC-6D61-4611-BE49-EBDA0D1A2C5B}" destId="{B7EC21CB-9B8A-4ADF-8D27-99987DFDF457}" srcOrd="0" destOrd="3" presId="urn:microsoft.com/office/officeart/2005/8/layout/hList1"/>
    <dgm:cxn modelId="{ED7A03B8-3483-4C28-A35C-8D9BD4014766}" type="presOf" srcId="{1719160D-95D3-4713-A8BA-3ED15B3E1E99}" destId="{EF3060CA-0CEC-4304-BB87-AE1FD8E7B02D}" srcOrd="0" destOrd="0" presId="urn:microsoft.com/office/officeart/2005/8/layout/hList1"/>
    <dgm:cxn modelId="{EBCE22B8-866A-4994-916A-0DE097A3DD2E}" srcId="{FAE88615-40D6-4A51-B996-2E8EBFF4F07E}" destId="{E4035B0B-78C1-41F7-B0BC-53FC11D4A2F9}" srcOrd="3" destOrd="0" parTransId="{299A3026-2A2B-4280-BDE9-023DBF34CA92}" sibTransId="{C9FC671B-CA94-4633-82A8-B830B7653123}"/>
    <dgm:cxn modelId="{226B40BF-B458-4722-8608-C87C803C34D9}" type="presOf" srcId="{40C2AA5C-2005-48D6-80F9-1B46A2E68D4B}" destId="{60BB59A9-F359-4E72-B0E5-890685A53FFA}" srcOrd="0" destOrd="0" presId="urn:microsoft.com/office/officeart/2005/8/layout/hList1"/>
    <dgm:cxn modelId="{4E61B0CB-8408-45B2-8D5D-D460E1B2D02D}" type="presOf" srcId="{8CF235E8-983D-49E2-A817-F548FC5C34B0}" destId="{E9E1DCC5-7E9E-4378-8E5E-E8E0ECC30DAA}" srcOrd="0" destOrd="0" presId="urn:microsoft.com/office/officeart/2005/8/layout/hList1"/>
    <dgm:cxn modelId="{C6CAEDCC-3301-4947-A9D4-B1742C50A093}" srcId="{FAE88615-40D6-4A51-B996-2E8EBFF4F07E}" destId="{BD6B4A81-E28F-44AA-BE6B-E3CECC9301C7}" srcOrd="5" destOrd="0" parTransId="{6EFBDA62-5D10-49B7-93DB-09A58BE5AA7B}" sibTransId="{E31C74BA-4ECF-4230-B4E5-8EC925AC8377}"/>
    <dgm:cxn modelId="{324E6DD2-C288-4B85-8C95-9DA2A4F1B565}" srcId="{8CF235E8-983D-49E2-A817-F548FC5C34B0}" destId="{A290B262-A624-4832-8821-32E4488C17D2}" srcOrd="4" destOrd="0" parTransId="{4F7FCB38-CCF9-4245-9DA6-E036A7B0D4F2}" sibTransId="{0CDA0440-2800-4376-BC79-C68BFA9B2778}"/>
    <dgm:cxn modelId="{E09510E1-EC63-41A9-A288-21ABBF52F071}" type="presOf" srcId="{06016E2F-AE66-4278-9543-0E51F5EEF399}" destId="{8CF71274-439D-42D4-B2CF-1D193ADDD8A8}" srcOrd="0" destOrd="1" presId="urn:microsoft.com/office/officeart/2005/8/layout/hList1"/>
    <dgm:cxn modelId="{8E9F84E1-7631-4C23-BF95-527F0EFE8BD1}" type="presOf" srcId="{98D1F1CE-BBAF-4F24-848A-16234EE07B03}" destId="{EF3060CA-0CEC-4304-BB87-AE1FD8E7B02D}" srcOrd="0" destOrd="1" presId="urn:microsoft.com/office/officeart/2005/8/layout/hList1"/>
    <dgm:cxn modelId="{776B82E2-B901-4EE8-9E82-4A9286A0858E}" type="presOf" srcId="{FAE88615-40D6-4A51-B996-2E8EBFF4F07E}" destId="{7D0D6D1A-B6C5-4E42-8C49-436669179965}" srcOrd="0" destOrd="0" presId="urn:microsoft.com/office/officeart/2005/8/layout/hList1"/>
    <dgm:cxn modelId="{272960E3-1ACB-4C18-B8C7-9DBB8D546061}" srcId="{A5ABB214-F73A-403D-A254-C8437EFE957F}" destId="{7C059E5C-B3B1-4A39-876C-F08A2F960C06}" srcOrd="2" destOrd="0" parTransId="{0E9D02A2-4A8C-4A26-B8D9-3D06354037B2}" sibTransId="{EDEAC95A-559C-472B-9707-554C5510A350}"/>
    <dgm:cxn modelId="{D498F1ED-FF06-41D2-BEB4-C2879C7CA503}" type="presOf" srcId="{422AD231-2F41-4AE9-9FA9-FA259AEF02AA}" destId="{AAE62A3D-8C8D-4ACA-AFE4-4CFAA3EB80EF}" srcOrd="0" destOrd="0" presId="urn:microsoft.com/office/officeart/2005/8/layout/hList1"/>
    <dgm:cxn modelId="{838D99FB-8C2A-4FF8-8996-0457D81251B6}" type="presOf" srcId="{547F6CAF-E096-4ADC-B342-EE503E084680}" destId="{70FD6C10-5BDB-4DA7-B964-E2BCAAE6BA8D}" srcOrd="0" destOrd="1" presId="urn:microsoft.com/office/officeart/2005/8/layout/hList1"/>
    <dgm:cxn modelId="{CE8E60FD-214D-461D-A09C-F48D569C985F}" srcId="{E4035B0B-78C1-41F7-B0BC-53FC11D4A2F9}" destId="{547F6CAF-E096-4ADC-B342-EE503E084680}" srcOrd="1" destOrd="0" parTransId="{797F88C2-BFC3-4C57-9373-7D38A1662676}" sibTransId="{A8434820-10BE-48E8-A9FB-44AE2C6512B1}"/>
    <dgm:cxn modelId="{8855CAFF-B543-4981-98C3-FE8A35502A09}" type="presOf" srcId="{DE3DF5C9-A767-47D4-91F8-35C2459E362B}" destId="{70FD6C10-5BDB-4DA7-B964-E2BCAAE6BA8D}" srcOrd="0" destOrd="2" presId="urn:microsoft.com/office/officeart/2005/8/layout/hList1"/>
    <dgm:cxn modelId="{B1813E3D-B181-4C95-84A2-7AF13303B81F}" type="presParOf" srcId="{7D0D6D1A-B6C5-4E42-8C49-436669179965}" destId="{7046DA6E-9EF2-444B-9007-666552131A48}" srcOrd="0" destOrd="0" presId="urn:microsoft.com/office/officeart/2005/8/layout/hList1"/>
    <dgm:cxn modelId="{2F134338-92A6-45D0-A70A-C6B0ADC9A543}" type="presParOf" srcId="{7046DA6E-9EF2-444B-9007-666552131A48}" destId="{C65274BE-6E05-4090-8AB5-A97BF115ADC3}" srcOrd="0" destOrd="0" presId="urn:microsoft.com/office/officeart/2005/8/layout/hList1"/>
    <dgm:cxn modelId="{8EA4C801-181A-4193-A6C9-7A392FA75A12}" type="presParOf" srcId="{7046DA6E-9EF2-444B-9007-666552131A48}" destId="{9FE1B9E9-1442-4977-A53D-7586FE047EA7}" srcOrd="1" destOrd="0" presId="urn:microsoft.com/office/officeart/2005/8/layout/hList1"/>
    <dgm:cxn modelId="{714755A1-D021-46D8-BAEB-02B75CE8EC75}" type="presParOf" srcId="{7D0D6D1A-B6C5-4E42-8C49-436669179965}" destId="{9D9C9DBC-73CD-40B6-9D04-C33237E5EFAC}" srcOrd="1" destOrd="0" presId="urn:microsoft.com/office/officeart/2005/8/layout/hList1"/>
    <dgm:cxn modelId="{705EF443-4455-4DA0-9127-B9A28D3A0DF4}" type="presParOf" srcId="{7D0D6D1A-B6C5-4E42-8C49-436669179965}" destId="{E6D031FE-6EA4-417A-B13C-743C2CF32610}" srcOrd="2" destOrd="0" presId="urn:microsoft.com/office/officeart/2005/8/layout/hList1"/>
    <dgm:cxn modelId="{E9987FE7-9115-40F1-A9CD-D98F64C5B9A8}" type="presParOf" srcId="{E6D031FE-6EA4-417A-B13C-743C2CF32610}" destId="{E9E1DCC5-7E9E-4378-8E5E-E8E0ECC30DAA}" srcOrd="0" destOrd="0" presId="urn:microsoft.com/office/officeart/2005/8/layout/hList1"/>
    <dgm:cxn modelId="{C0D0F496-B5E8-4509-B4E9-D8E55A44DE8B}" type="presParOf" srcId="{E6D031FE-6EA4-417A-B13C-743C2CF32610}" destId="{EF3060CA-0CEC-4304-BB87-AE1FD8E7B02D}" srcOrd="1" destOrd="0" presId="urn:microsoft.com/office/officeart/2005/8/layout/hList1"/>
    <dgm:cxn modelId="{8E496FF2-FBE0-47A2-A2E6-5E2FB23A1D58}" type="presParOf" srcId="{7D0D6D1A-B6C5-4E42-8C49-436669179965}" destId="{FCDB8E7F-46C6-4BD1-993E-FE4FA2B71553}" srcOrd="3" destOrd="0" presId="urn:microsoft.com/office/officeart/2005/8/layout/hList1"/>
    <dgm:cxn modelId="{37DD56FF-21E8-4DBC-A0DC-74340DA4B6BA}" type="presParOf" srcId="{7D0D6D1A-B6C5-4E42-8C49-436669179965}" destId="{C25664DF-193C-4F33-9113-292383A75AAB}" srcOrd="4" destOrd="0" presId="urn:microsoft.com/office/officeart/2005/8/layout/hList1"/>
    <dgm:cxn modelId="{04DA081B-8DF6-4D20-A681-AAC4B9370E4D}" type="presParOf" srcId="{C25664DF-193C-4F33-9113-292383A75AAB}" destId="{AAE62A3D-8C8D-4ACA-AFE4-4CFAA3EB80EF}" srcOrd="0" destOrd="0" presId="urn:microsoft.com/office/officeart/2005/8/layout/hList1"/>
    <dgm:cxn modelId="{A7A17421-F8D2-445E-ACA2-BECD3CE567EA}" type="presParOf" srcId="{C25664DF-193C-4F33-9113-292383A75AAB}" destId="{B7EC21CB-9B8A-4ADF-8D27-99987DFDF457}" srcOrd="1" destOrd="0" presId="urn:microsoft.com/office/officeart/2005/8/layout/hList1"/>
    <dgm:cxn modelId="{3722A660-3ECA-4401-A091-63AF21FE1F5D}" type="presParOf" srcId="{7D0D6D1A-B6C5-4E42-8C49-436669179965}" destId="{736BA1EB-C954-44DC-AF3D-9FB5FBAECEBE}" srcOrd="5" destOrd="0" presId="urn:microsoft.com/office/officeart/2005/8/layout/hList1"/>
    <dgm:cxn modelId="{65D41DD8-7D50-4BCA-B32D-F09919A44357}" type="presParOf" srcId="{7D0D6D1A-B6C5-4E42-8C49-436669179965}" destId="{B9B0BA43-D260-4E62-956B-F913E0973C8B}" srcOrd="6" destOrd="0" presId="urn:microsoft.com/office/officeart/2005/8/layout/hList1"/>
    <dgm:cxn modelId="{49FFF136-8B10-45EB-97F4-02334A355B6D}" type="presParOf" srcId="{B9B0BA43-D260-4E62-956B-F913E0973C8B}" destId="{8F6C7FC1-1335-415F-8335-E52F7E05D40E}" srcOrd="0" destOrd="0" presId="urn:microsoft.com/office/officeart/2005/8/layout/hList1"/>
    <dgm:cxn modelId="{58BAEE8E-352D-4A9D-8902-8F4372E4D638}" type="presParOf" srcId="{B9B0BA43-D260-4E62-956B-F913E0973C8B}" destId="{70FD6C10-5BDB-4DA7-B964-E2BCAAE6BA8D}" srcOrd="1" destOrd="0" presId="urn:microsoft.com/office/officeart/2005/8/layout/hList1"/>
    <dgm:cxn modelId="{BD453FC9-3AA2-48C5-B133-A041DCE625CB}" type="presParOf" srcId="{7D0D6D1A-B6C5-4E42-8C49-436669179965}" destId="{7733137B-4BB8-490A-B033-F8E118D8D3F0}" srcOrd="7" destOrd="0" presId="urn:microsoft.com/office/officeart/2005/8/layout/hList1"/>
    <dgm:cxn modelId="{39A941E1-83FD-4B2F-AA4F-AC3E2FA7A1DE}" type="presParOf" srcId="{7D0D6D1A-B6C5-4E42-8C49-436669179965}" destId="{36EF32AE-AEE0-4AE6-9078-64DA510E4796}" srcOrd="8" destOrd="0" presId="urn:microsoft.com/office/officeart/2005/8/layout/hList1"/>
    <dgm:cxn modelId="{0D270510-0647-4271-AF86-6621DA2B71E1}" type="presParOf" srcId="{36EF32AE-AEE0-4AE6-9078-64DA510E4796}" destId="{60BB59A9-F359-4E72-B0E5-890685A53FFA}" srcOrd="0" destOrd="0" presId="urn:microsoft.com/office/officeart/2005/8/layout/hList1"/>
    <dgm:cxn modelId="{65A6C4CD-1CD3-4973-BC82-8F0D1AD41003}" type="presParOf" srcId="{36EF32AE-AEE0-4AE6-9078-64DA510E4796}" destId="{8CF71274-439D-42D4-B2CF-1D193ADDD8A8}" srcOrd="1" destOrd="0" presId="urn:microsoft.com/office/officeart/2005/8/layout/hList1"/>
    <dgm:cxn modelId="{B1019C3B-168B-485B-BB4F-8D95477132AC}" type="presParOf" srcId="{7D0D6D1A-B6C5-4E42-8C49-436669179965}" destId="{24E4B047-7D59-4467-A674-E7264C684D95}" srcOrd="9" destOrd="0" presId="urn:microsoft.com/office/officeart/2005/8/layout/hList1"/>
    <dgm:cxn modelId="{1F26734A-4C37-4F22-B68B-AE8BBEEE345F}" type="presParOf" srcId="{7D0D6D1A-B6C5-4E42-8C49-436669179965}" destId="{CCF3FB02-480F-4436-A20E-A25ECD8DC63B}" srcOrd="10" destOrd="0" presId="urn:microsoft.com/office/officeart/2005/8/layout/hList1"/>
    <dgm:cxn modelId="{129D270B-BC71-4AF6-8050-6D666BB0AC58}" type="presParOf" srcId="{CCF3FB02-480F-4436-A20E-A25ECD8DC63B}" destId="{21453C09-49F8-4F4C-832A-8DF1C2BE1691}" srcOrd="0" destOrd="0" presId="urn:microsoft.com/office/officeart/2005/8/layout/hList1"/>
    <dgm:cxn modelId="{14767715-9376-4D2C-A661-8E24217967C4}" type="presParOf" srcId="{CCF3FB02-480F-4436-A20E-A25ECD8DC63B}" destId="{A63D5C5B-E78E-40DE-B422-3EAABC2EA16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5274BE-6E05-4090-8AB5-A97BF115ADC3}">
      <dsp:nvSpPr>
        <dsp:cNvPr id="0" name=""/>
        <dsp:cNvSpPr/>
      </dsp:nvSpPr>
      <dsp:spPr>
        <a:xfrm>
          <a:off x="2682" y="464500"/>
          <a:ext cx="1425411" cy="5597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Nunito Sans Black"/>
            </a:rPr>
            <a:t>Kickoff</a:t>
          </a:r>
          <a:endParaRPr lang="en-US" sz="1400" kern="1200" dirty="0"/>
        </a:p>
      </dsp:txBody>
      <dsp:txXfrm>
        <a:off x="2682" y="464500"/>
        <a:ext cx="1425411" cy="559729"/>
      </dsp:txXfrm>
    </dsp:sp>
    <dsp:sp modelId="{9FE1B9E9-1442-4977-A53D-7586FE047EA7}">
      <dsp:nvSpPr>
        <dsp:cNvPr id="0" name=""/>
        <dsp:cNvSpPr/>
      </dsp:nvSpPr>
      <dsp:spPr>
        <a:xfrm>
          <a:off x="2682" y="1024230"/>
          <a:ext cx="1425411" cy="481816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kern="1200" dirty="0">
              <a:solidFill>
                <a:schemeClr val="accent1"/>
              </a:solidFill>
              <a:latin typeface="Nunito Sans"/>
            </a:rPr>
            <a:t>High level review of process and scope</a:t>
          </a: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kern="1200" dirty="0">
              <a:solidFill>
                <a:schemeClr val="accent1"/>
              </a:solidFill>
              <a:latin typeface="Nunito Sans"/>
            </a:rPr>
            <a:t>Identify resources and timelines</a:t>
          </a: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kern="1200" dirty="0">
              <a:solidFill>
                <a:schemeClr val="accent1"/>
              </a:solidFill>
              <a:latin typeface="Nunito Sans"/>
            </a:rPr>
            <a:t>Call out of risks/concerns</a:t>
          </a:r>
        </a:p>
      </dsp:txBody>
      <dsp:txXfrm>
        <a:off x="2682" y="1024230"/>
        <a:ext cx="1425411" cy="4818161"/>
      </dsp:txXfrm>
    </dsp:sp>
    <dsp:sp modelId="{E9E1DCC5-7E9E-4378-8E5E-E8E0ECC30DAA}">
      <dsp:nvSpPr>
        <dsp:cNvPr id="0" name=""/>
        <dsp:cNvSpPr/>
      </dsp:nvSpPr>
      <dsp:spPr>
        <a:xfrm>
          <a:off x="1627652" y="464500"/>
          <a:ext cx="1425411" cy="5597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Nunito Sans Black"/>
            </a:rPr>
            <a:t>Analysis</a:t>
          </a:r>
          <a:endParaRPr lang="en-US" sz="1400" kern="1200" dirty="0"/>
        </a:p>
      </dsp:txBody>
      <dsp:txXfrm>
        <a:off x="1627652" y="464500"/>
        <a:ext cx="1425411" cy="559729"/>
      </dsp:txXfrm>
    </dsp:sp>
    <dsp:sp modelId="{EF3060CA-0CEC-4304-BB87-AE1FD8E7B02D}">
      <dsp:nvSpPr>
        <dsp:cNvPr id="0" name=""/>
        <dsp:cNvSpPr/>
      </dsp:nvSpPr>
      <dsp:spPr>
        <a:xfrm>
          <a:off x="1627652" y="1024230"/>
          <a:ext cx="1425411" cy="481816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chemeClr val="accent1"/>
              </a:solidFill>
              <a:latin typeface="Nunito Sans"/>
            </a:rPr>
            <a:t>Detailed analysis of process flow</a:t>
          </a: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chemeClr val="accent1"/>
              </a:solidFill>
              <a:latin typeface="Nunito Sans"/>
            </a:rPr>
            <a:t>Call out impacted and/or dependent systems</a:t>
          </a:r>
          <a:endParaRPr lang="en-US" sz="1400" kern="1200" dirty="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chemeClr val="accent1"/>
              </a:solidFill>
              <a:latin typeface="Nunito Sans"/>
            </a:rPr>
            <a:t>Identify data required</a:t>
          </a: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chemeClr val="accent1"/>
              </a:solidFill>
              <a:latin typeface="Nunito Sans"/>
            </a:rPr>
            <a:t>Identify if any existing processes exist that can be leveraged</a:t>
          </a: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chemeClr val="accent1"/>
              </a:solidFill>
              <a:latin typeface="Nunito Sans"/>
            </a:rPr>
            <a:t>Technical Risks that may impact scope or timeline</a:t>
          </a:r>
        </a:p>
      </dsp:txBody>
      <dsp:txXfrm>
        <a:off x="1627652" y="1024230"/>
        <a:ext cx="1425411" cy="4818161"/>
      </dsp:txXfrm>
    </dsp:sp>
    <dsp:sp modelId="{AAE62A3D-8C8D-4ACA-AFE4-4CFAA3EB80EF}">
      <dsp:nvSpPr>
        <dsp:cNvPr id="0" name=""/>
        <dsp:cNvSpPr/>
      </dsp:nvSpPr>
      <dsp:spPr>
        <a:xfrm>
          <a:off x="3252622" y="464500"/>
          <a:ext cx="1425411" cy="5597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Nunito Sans Black"/>
            </a:rPr>
            <a:t>Design</a:t>
          </a:r>
          <a:endParaRPr lang="en-US" sz="1400" kern="1200" dirty="0"/>
        </a:p>
      </dsp:txBody>
      <dsp:txXfrm>
        <a:off x="3252622" y="464500"/>
        <a:ext cx="1425411" cy="559729"/>
      </dsp:txXfrm>
    </dsp:sp>
    <dsp:sp modelId="{B7EC21CB-9B8A-4ADF-8D27-99987DFDF457}">
      <dsp:nvSpPr>
        <dsp:cNvPr id="0" name=""/>
        <dsp:cNvSpPr/>
      </dsp:nvSpPr>
      <dsp:spPr>
        <a:xfrm>
          <a:off x="3252622" y="1024230"/>
          <a:ext cx="1425411" cy="481816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chemeClr val="accent1"/>
              </a:solidFill>
              <a:latin typeface="Nunito Sans"/>
            </a:rPr>
            <a:t>Document test plan and approach</a:t>
          </a: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chemeClr val="accent1"/>
              </a:solidFill>
              <a:latin typeface="Nunito Sans"/>
            </a:rPr>
            <a:t> Identify resources to perform tasks</a:t>
          </a: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chemeClr val="accent1"/>
              </a:solidFill>
              <a:latin typeface="Nunito Sans"/>
            </a:rPr>
            <a:t>Document what success looks like (KPIs, SLAs)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chemeClr val="accent1"/>
              </a:solidFill>
              <a:latin typeface="Nunito Sans"/>
            </a:rPr>
            <a:t>Review and gain approval on approach</a:t>
          </a:r>
          <a:endParaRPr lang="en-US" sz="1400" kern="1200" dirty="0"/>
        </a:p>
      </dsp:txBody>
      <dsp:txXfrm>
        <a:off x="3252622" y="1024230"/>
        <a:ext cx="1425411" cy="4818161"/>
      </dsp:txXfrm>
    </dsp:sp>
    <dsp:sp modelId="{8F6C7FC1-1335-415F-8335-E52F7E05D40E}">
      <dsp:nvSpPr>
        <dsp:cNvPr id="0" name=""/>
        <dsp:cNvSpPr/>
      </dsp:nvSpPr>
      <dsp:spPr>
        <a:xfrm>
          <a:off x="4877591" y="464500"/>
          <a:ext cx="1425411" cy="5597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Nunito Sans Black"/>
            </a:rPr>
            <a:t>Build</a:t>
          </a:r>
        </a:p>
      </dsp:txBody>
      <dsp:txXfrm>
        <a:off x="4877591" y="464500"/>
        <a:ext cx="1425411" cy="559729"/>
      </dsp:txXfrm>
    </dsp:sp>
    <dsp:sp modelId="{70FD6C10-5BDB-4DA7-B964-E2BCAAE6BA8D}">
      <dsp:nvSpPr>
        <dsp:cNvPr id="0" name=""/>
        <dsp:cNvSpPr/>
      </dsp:nvSpPr>
      <dsp:spPr>
        <a:xfrm>
          <a:off x="4877591" y="1024230"/>
          <a:ext cx="1425411" cy="481816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chemeClr val="accent1"/>
              </a:solidFill>
              <a:latin typeface="Nunito Sans"/>
            </a:rPr>
            <a:t>Create automation scripts if necessary</a:t>
          </a: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chemeClr val="accent1"/>
              </a:solidFill>
              <a:latin typeface="Nunito Sans"/>
            </a:rPr>
            <a:t>Prepare required test data</a:t>
          </a: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chemeClr val="accent1"/>
              </a:solidFill>
              <a:latin typeface="Nunito Sans"/>
            </a:rPr>
            <a:t>Create load test execution document (detailed step by step of who will be doing what)</a:t>
          </a:r>
        </a:p>
      </dsp:txBody>
      <dsp:txXfrm>
        <a:off x="4877591" y="1024230"/>
        <a:ext cx="1425411" cy="4818161"/>
      </dsp:txXfrm>
    </dsp:sp>
    <dsp:sp modelId="{60BB59A9-F359-4E72-B0E5-890685A53FFA}">
      <dsp:nvSpPr>
        <dsp:cNvPr id="0" name=""/>
        <dsp:cNvSpPr/>
      </dsp:nvSpPr>
      <dsp:spPr>
        <a:xfrm>
          <a:off x="6502561" y="464500"/>
          <a:ext cx="1425411" cy="5597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Nunito Sans Black"/>
            </a:rPr>
            <a:t>Execute</a:t>
          </a:r>
        </a:p>
      </dsp:txBody>
      <dsp:txXfrm>
        <a:off x="6502561" y="464500"/>
        <a:ext cx="1425411" cy="559729"/>
      </dsp:txXfrm>
    </dsp:sp>
    <dsp:sp modelId="{8CF71274-439D-42D4-B2CF-1D193ADDD8A8}">
      <dsp:nvSpPr>
        <dsp:cNvPr id="0" name=""/>
        <dsp:cNvSpPr/>
      </dsp:nvSpPr>
      <dsp:spPr>
        <a:xfrm>
          <a:off x="6502561" y="1024230"/>
          <a:ext cx="1425411" cy="481816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chemeClr val="accent1"/>
              </a:solidFill>
              <a:latin typeface="Nunito Sans"/>
            </a:rPr>
            <a:t>Perform load test(s)</a:t>
          </a: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chemeClr val="accent1"/>
              </a:solidFill>
              <a:latin typeface="Nunito Sans"/>
            </a:rPr>
            <a:t>Capture necessary KPI and result data</a:t>
          </a: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chemeClr val="accent1"/>
              </a:solidFill>
              <a:latin typeface="Nunito Sans"/>
            </a:rPr>
            <a:t>Internally review results and determine if additional executions are required</a:t>
          </a:r>
        </a:p>
      </dsp:txBody>
      <dsp:txXfrm>
        <a:off x="6502561" y="1024230"/>
        <a:ext cx="1425411" cy="4818161"/>
      </dsp:txXfrm>
    </dsp:sp>
    <dsp:sp modelId="{21453C09-49F8-4F4C-832A-8DF1C2BE1691}">
      <dsp:nvSpPr>
        <dsp:cNvPr id="0" name=""/>
        <dsp:cNvSpPr/>
      </dsp:nvSpPr>
      <dsp:spPr>
        <a:xfrm>
          <a:off x="8127531" y="464500"/>
          <a:ext cx="1425411" cy="5597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Nunito Sans Black"/>
            </a:rPr>
            <a:t>Report Results</a:t>
          </a:r>
        </a:p>
      </dsp:txBody>
      <dsp:txXfrm>
        <a:off x="8127531" y="464500"/>
        <a:ext cx="1425411" cy="559729"/>
      </dsp:txXfrm>
    </dsp:sp>
    <dsp:sp modelId="{A63D5C5B-E78E-40DE-B422-3EAABC2EA166}">
      <dsp:nvSpPr>
        <dsp:cNvPr id="0" name=""/>
        <dsp:cNvSpPr/>
      </dsp:nvSpPr>
      <dsp:spPr>
        <a:xfrm>
          <a:off x="8127531" y="1024230"/>
          <a:ext cx="1425411" cy="481816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chemeClr val="accent1"/>
              </a:solidFill>
              <a:latin typeface="Nunito Sans"/>
            </a:rPr>
            <a:t>Document and share findings of load test with key stakeholders</a:t>
          </a:r>
          <a:endParaRPr lang="en-US" sz="1400" kern="1200" dirty="0">
            <a:latin typeface="Nunito Sans"/>
          </a:endParaRPr>
        </a:p>
      </dsp:txBody>
      <dsp:txXfrm>
        <a:off x="8127531" y="1024230"/>
        <a:ext cx="1425411" cy="48181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C1AC03-A4CE-4E79-A80A-78EB65A5C9AB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305000-EB57-4C25-A445-F9D049A8A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376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305000-EB57-4C25-A445-F9D049A8AA3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6936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88FC3-D5BF-DDEB-56B2-9F6D561DF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0EDB8A-73BB-5A10-B231-F39BA2CE7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087147-96C4-54A0-C729-220C903122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Speaker = Matt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72310-5E0F-787B-4A6F-48816AEDCB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305000-EB57-4C25-A445-F9D049A8AA3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9603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CE2AF-CBC9-2028-7B9C-E764B2051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2FCD0A-E5B2-67C1-61E7-8F843F167D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696465-411F-0A7D-57FA-8207918DE0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Speaker = Matt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BD6A6B-1DE6-7B7C-67B6-CCBF26ABD4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305000-EB57-4C25-A445-F9D049A8AA3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2870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88FC3-D5BF-DDEB-56B2-9F6D561DF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0EDB8A-73BB-5A10-B231-F39BA2CE7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087147-96C4-54A0-C729-220C903122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Speaker = Matt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72310-5E0F-787B-4A6F-48816AEDCB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305000-EB57-4C25-A445-F9D049A8AA3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9892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AE85D-0190-42EE-1C6F-8BD361FCD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2DF62C-885D-014D-718D-36ED7C47D2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72EE0C-3919-2FEF-3D2F-9D56830E68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Speaker = Matt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0042DA-7D96-3921-B991-7FF8A6FAC5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305000-EB57-4C25-A445-F9D049A8AA3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14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88FC3-D5BF-DDEB-56B2-9F6D561DF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0EDB8A-73BB-5A10-B231-F39BA2CE7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087147-96C4-54A0-C729-220C903122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Speaker = Matt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72310-5E0F-787B-4A6F-48816AEDCB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305000-EB57-4C25-A445-F9D049A8AA3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7808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DDE71-CA9B-C1B6-7331-AE174A7C9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0547AE-BF34-F0C5-9769-6C45116446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C7AB7A-7D53-CC9D-4483-0BD45F500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Speaker = Matt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BB1464-666E-0CF7-28B4-687023B450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305000-EB57-4C25-A445-F9D049A8AA3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2706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5EE17-B29E-190F-4045-A16A59FC7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4CE67E-6FD7-860F-6AB9-51BF73A4AF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5F49F2-7192-54DF-7687-44DE579307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E96E63-7915-782E-D681-FD5114FCE7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305000-EB57-4C25-A445-F9D049A8AA3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995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: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AD59DDC7-767B-4003-BA13-48AB6D66B6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638" y="5935614"/>
            <a:ext cx="2011680" cy="3860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7888A3-9E4F-4B8B-92C9-404712F44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685800"/>
            <a:ext cx="11091672" cy="2660904"/>
          </a:xfrm>
        </p:spPr>
        <p:txBody>
          <a:bodyPr bIns="0" anchor="b"/>
          <a:lstStyle>
            <a:lvl1pPr algn="l"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6687D7-119A-48D1-B7CC-B1E4B30D8E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3657600"/>
            <a:ext cx="5547360" cy="685800"/>
          </a:xfrm>
        </p:spPr>
        <p:txBody>
          <a:bodyPr bIns="0">
            <a:noAutofit/>
          </a:bodyPr>
          <a:lstStyle>
            <a:lvl1pPr marL="0" indent="0" algn="l">
              <a:buNone/>
              <a:defRPr sz="1800">
                <a:solidFill>
                  <a:schemeClr val="bg2"/>
                </a:solidFill>
                <a:latin typeface="+mn-lt"/>
              </a:defRPr>
            </a:lvl1pPr>
            <a:lvl2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2pPr>
            <a:lvl3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3pPr>
            <a:lvl4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4pPr>
            <a:lvl5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5pPr>
            <a:lvl6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6pPr>
            <a:lvl7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7pPr>
            <a:lvl8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8pPr>
            <a:lvl9pPr marL="0" indent="0" algn="l">
              <a:lnSpc>
                <a:spcPct val="112000"/>
              </a:lnSpc>
              <a:spcBef>
                <a:spcPts val="1000"/>
              </a:spcBef>
              <a:spcAft>
                <a:spcPts val="400"/>
              </a:spcAft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CD76DA0-F551-408A-B5B0-C64B2549B74A}"/>
              </a:ext>
            </a:extLst>
          </p:cNvPr>
          <p:cNvCxnSpPr>
            <a:cxnSpLocks/>
          </p:cNvCxnSpPr>
          <p:nvPr userDrawn="1"/>
        </p:nvCxnSpPr>
        <p:spPr>
          <a:xfrm>
            <a:off x="548639" y="3441279"/>
            <a:ext cx="5547361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23C0671-7C2F-4213-A18F-194E8AFCD859}"/>
              </a:ext>
            </a:extLst>
          </p:cNvPr>
          <p:cNvSpPr txBox="1"/>
          <p:nvPr userDrawn="1"/>
        </p:nvSpPr>
        <p:spPr>
          <a:xfrm>
            <a:off x="9413687" y="6003007"/>
            <a:ext cx="2286000" cy="36576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2pPr>
            <a:lvl3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3pPr>
            <a:lvl4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4pPr>
            <a:lvl5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5pPr>
            <a:lvl6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6pPr>
            <a:lvl7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7pPr>
            <a:lvl8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8pPr>
            <a:lvl9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9pPr>
          </a:lstStyle>
          <a:p>
            <a:pPr lvl="0" algn="r"/>
            <a:r>
              <a:rPr lang="en-US" sz="800"/>
              <a:t>© 2021 Freeman. All rights reserved.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347965-6F01-474A-85F9-D9982658DD3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9275" y="4355236"/>
            <a:ext cx="5546725" cy="485775"/>
          </a:xfrm>
        </p:spPr>
        <p:txBody>
          <a:bodyPr/>
          <a:lstStyle>
            <a:lvl1pPr marL="0" indent="0">
              <a:buNone/>
              <a:defRPr sz="1200">
                <a:solidFill>
                  <a:schemeClr val="accent2"/>
                </a:solidFill>
              </a:defRPr>
            </a:lvl1pPr>
            <a:lvl2pPr marL="0" indent="0">
              <a:buNone/>
              <a:defRPr/>
            </a:lvl2pPr>
            <a:lvl3pPr marL="344488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53832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: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888A3-9E4F-4B8B-92C9-404712F44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685800"/>
            <a:ext cx="11091672" cy="2660904"/>
          </a:xfrm>
        </p:spPr>
        <p:txBody>
          <a:bodyPr bIns="0"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6687D7-119A-48D1-B7CC-B1E4B30D8E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3657600"/>
            <a:ext cx="5550408" cy="685800"/>
          </a:xfrm>
        </p:spPr>
        <p:txBody>
          <a:bodyPr bIns="0"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0" indent="0" algn="l">
              <a:spcBef>
                <a:spcPts val="1000"/>
              </a:spcBef>
              <a:buNone/>
              <a:defRPr sz="1800">
                <a:solidFill>
                  <a:schemeClr val="bg1"/>
                </a:solidFill>
                <a:latin typeface="Nunito Sans ExtraBold" panose="00000900000000000000" pitchFamily="2" charset="0"/>
              </a:defRPr>
            </a:lvl2pPr>
            <a:lvl3pPr marL="0" indent="0" algn="l">
              <a:spcBef>
                <a:spcPts val="1000"/>
              </a:spcBef>
              <a:buNone/>
              <a:defRPr sz="1800">
                <a:solidFill>
                  <a:schemeClr val="bg1"/>
                </a:solidFill>
                <a:latin typeface="Nunito Sans ExtraBold" panose="00000900000000000000" pitchFamily="2" charset="0"/>
              </a:defRPr>
            </a:lvl3pPr>
            <a:lvl4pPr marL="0" indent="0" algn="l">
              <a:spcBef>
                <a:spcPts val="1000"/>
              </a:spcBef>
              <a:buNone/>
              <a:defRPr sz="1800">
                <a:solidFill>
                  <a:schemeClr val="bg1"/>
                </a:solidFill>
                <a:latin typeface="Nunito Sans ExtraBold" panose="00000900000000000000" pitchFamily="2" charset="0"/>
              </a:defRPr>
            </a:lvl4pPr>
            <a:lvl5pPr marL="0" indent="0" algn="l">
              <a:spcBef>
                <a:spcPts val="1000"/>
              </a:spcBef>
              <a:buNone/>
              <a:defRPr sz="1800">
                <a:solidFill>
                  <a:schemeClr val="bg1"/>
                </a:solidFill>
                <a:latin typeface="Nunito Sans ExtraBold" panose="00000900000000000000" pitchFamily="2" charset="0"/>
              </a:defRPr>
            </a:lvl5pPr>
            <a:lvl6pPr marL="0" indent="0" algn="l">
              <a:spcBef>
                <a:spcPts val="1000"/>
              </a:spcBef>
              <a:buNone/>
              <a:defRPr sz="1800">
                <a:solidFill>
                  <a:schemeClr val="bg1"/>
                </a:solidFill>
                <a:latin typeface="Nunito Sans ExtraBold" panose="00000900000000000000" pitchFamily="2" charset="0"/>
              </a:defRPr>
            </a:lvl6pPr>
            <a:lvl7pPr marL="0" indent="0" algn="l">
              <a:spcBef>
                <a:spcPts val="1000"/>
              </a:spcBef>
              <a:buNone/>
              <a:defRPr sz="1800">
                <a:solidFill>
                  <a:schemeClr val="bg1"/>
                </a:solidFill>
                <a:latin typeface="Nunito Sans ExtraBold" panose="00000900000000000000" pitchFamily="2" charset="0"/>
              </a:defRPr>
            </a:lvl7pPr>
            <a:lvl8pPr marL="0" indent="0" algn="l">
              <a:spcBef>
                <a:spcPts val="1000"/>
              </a:spcBef>
              <a:buNone/>
              <a:defRPr sz="1800">
                <a:solidFill>
                  <a:schemeClr val="bg1"/>
                </a:solidFill>
                <a:latin typeface="Nunito Sans ExtraBold" panose="00000900000000000000" pitchFamily="2" charset="0"/>
              </a:defRPr>
            </a:lvl8pPr>
            <a:lvl9pPr marL="0" indent="0" algn="l">
              <a:lnSpc>
                <a:spcPct val="112000"/>
              </a:lnSpc>
              <a:spcBef>
                <a:spcPts val="1000"/>
              </a:spcBef>
              <a:spcAft>
                <a:spcPts val="400"/>
              </a:spcAft>
              <a:buNone/>
              <a:defRPr sz="1800">
                <a:solidFill>
                  <a:schemeClr val="bg1"/>
                </a:solidFill>
                <a:latin typeface="Nunito Sans ExtraBold" panose="00000900000000000000" pitchFamily="2" charset="0"/>
              </a:defRPr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CD76DA0-F551-408A-B5B0-C64B2549B74A}"/>
              </a:ext>
            </a:extLst>
          </p:cNvPr>
          <p:cNvCxnSpPr>
            <a:cxnSpLocks/>
          </p:cNvCxnSpPr>
          <p:nvPr userDrawn="1"/>
        </p:nvCxnSpPr>
        <p:spPr>
          <a:xfrm>
            <a:off x="548639" y="3441279"/>
            <a:ext cx="5547361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680557AB-A1D1-44BC-AE33-7EE6901AFE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638" y="5941222"/>
            <a:ext cx="2011680" cy="386066"/>
          </a:xfrm>
          <a:prstGeom prst="rect">
            <a:avLst/>
          </a:prstGeom>
        </p:spPr>
      </p:pic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42E3317-603B-684F-A96C-319C425753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9275" y="4355236"/>
            <a:ext cx="5546725" cy="485775"/>
          </a:xfrm>
        </p:spPr>
        <p:txBody>
          <a:bodyPr/>
          <a:lstStyle>
            <a:lvl1pPr marL="0" indent="0">
              <a:buNone/>
              <a:defRPr sz="1200">
                <a:solidFill>
                  <a:schemeClr val="accent2"/>
                </a:solidFill>
              </a:defRPr>
            </a:lvl1pPr>
            <a:lvl2pPr marL="0" indent="0">
              <a:buNone/>
              <a:defRPr/>
            </a:lvl2pPr>
            <a:lvl3pPr marL="344488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6ACA4E-9495-0348-A179-7BA9643857C2}"/>
              </a:ext>
            </a:extLst>
          </p:cNvPr>
          <p:cNvSpPr txBox="1"/>
          <p:nvPr userDrawn="1"/>
        </p:nvSpPr>
        <p:spPr>
          <a:xfrm>
            <a:off x="9389937" y="6003007"/>
            <a:ext cx="2286000" cy="36576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2pPr>
            <a:lvl3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3pPr>
            <a:lvl4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4pPr>
            <a:lvl5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5pPr>
            <a:lvl6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6pPr>
            <a:lvl7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7pPr>
            <a:lvl8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8pPr>
            <a:lvl9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9pPr>
          </a:lstStyle>
          <a:p>
            <a:pPr lvl="0" algn="r"/>
            <a:r>
              <a:rPr lang="en-US" sz="850">
                <a:solidFill>
                  <a:schemeClr val="bg1"/>
                </a:solidFill>
              </a:rPr>
              <a:t>© 2021 Freeman.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870047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: White+Carro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888A3-9E4F-4B8B-92C9-404712F44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685800"/>
            <a:ext cx="7589520" cy="2660904"/>
          </a:xfrm>
        </p:spPr>
        <p:txBody>
          <a:bodyPr bIns="0" anchor="b"/>
          <a:lstStyle>
            <a:lvl1pPr algn="l"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6687D7-119A-48D1-B7CC-B1E4B30D8E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3657600"/>
            <a:ext cx="5550408" cy="685800"/>
          </a:xfrm>
        </p:spPr>
        <p:txBody>
          <a:bodyPr bIns="0">
            <a:noAutofit/>
          </a:bodyPr>
          <a:lstStyle>
            <a:lvl1pPr marL="0" indent="0" algn="l">
              <a:buNone/>
              <a:defRPr sz="1800">
                <a:solidFill>
                  <a:schemeClr val="bg2"/>
                </a:solidFill>
                <a:latin typeface="+mn-lt"/>
              </a:defRPr>
            </a:lvl1pPr>
            <a:lvl2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2pPr>
            <a:lvl3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3pPr>
            <a:lvl4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4pPr>
            <a:lvl5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5pPr>
            <a:lvl6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6pPr>
            <a:lvl7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7pPr>
            <a:lvl8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8pPr>
            <a:lvl9pPr marL="0" indent="0" algn="l">
              <a:lnSpc>
                <a:spcPct val="112000"/>
              </a:lnSpc>
              <a:spcBef>
                <a:spcPts val="1000"/>
              </a:spcBef>
              <a:spcAft>
                <a:spcPts val="400"/>
              </a:spcAft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CD76DA0-F551-408A-B5B0-C64B2549B74A}"/>
              </a:ext>
            </a:extLst>
          </p:cNvPr>
          <p:cNvCxnSpPr>
            <a:cxnSpLocks/>
          </p:cNvCxnSpPr>
          <p:nvPr userDrawn="1"/>
        </p:nvCxnSpPr>
        <p:spPr>
          <a:xfrm>
            <a:off x="548639" y="3441279"/>
            <a:ext cx="5547361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83679B6D-3024-3A4B-99BA-809AB16DF73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638" y="5935614"/>
            <a:ext cx="2011680" cy="386066"/>
          </a:xfrm>
          <a:prstGeom prst="rect">
            <a:avLst/>
          </a:prstGeom>
        </p:spPr>
      </p:pic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59084491-88B9-E444-A1A4-190ED6C01A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9275" y="4355236"/>
            <a:ext cx="5546725" cy="485775"/>
          </a:xfrm>
        </p:spPr>
        <p:txBody>
          <a:bodyPr/>
          <a:lstStyle>
            <a:lvl1pPr marL="0" indent="0">
              <a:buNone/>
              <a:defRPr sz="1200">
                <a:solidFill>
                  <a:schemeClr val="accent2"/>
                </a:solidFill>
              </a:defRPr>
            </a:lvl1pPr>
            <a:lvl2pPr marL="0" indent="0">
              <a:buNone/>
              <a:defRPr/>
            </a:lvl2pPr>
            <a:lvl3pPr marL="344488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524D83-5256-2B43-BE45-2FB7FA11F7A0}"/>
              </a:ext>
            </a:extLst>
          </p:cNvPr>
          <p:cNvSpPr txBox="1"/>
          <p:nvPr userDrawn="1"/>
        </p:nvSpPr>
        <p:spPr>
          <a:xfrm>
            <a:off x="9354312" y="6003007"/>
            <a:ext cx="2286000" cy="36576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2pPr>
            <a:lvl3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3pPr>
            <a:lvl4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4pPr>
            <a:lvl5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5pPr>
            <a:lvl6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6pPr>
            <a:lvl7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7pPr>
            <a:lvl8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8pPr>
            <a:lvl9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9pPr>
          </a:lstStyle>
          <a:p>
            <a:pPr lvl="0" algn="r"/>
            <a:r>
              <a:rPr lang="en-US" sz="850">
                <a:solidFill>
                  <a:schemeClr val="bg2">
                    <a:lumMod val="50000"/>
                  </a:schemeClr>
                </a:solidFill>
              </a:rPr>
              <a:t>© 2021 Freeman.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26093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: Blue+Carro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888A3-9E4F-4B8B-92C9-404712F44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685800"/>
            <a:ext cx="7589520" cy="2660904"/>
          </a:xfrm>
        </p:spPr>
        <p:txBody>
          <a:bodyPr bIns="0"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6687D7-119A-48D1-B7CC-B1E4B30D8E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3657600"/>
            <a:ext cx="5550408" cy="685800"/>
          </a:xfrm>
        </p:spPr>
        <p:txBody>
          <a:bodyPr bIns="0"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0" indent="0" algn="l">
              <a:spcBef>
                <a:spcPts val="1000"/>
              </a:spcBef>
              <a:buNone/>
              <a:defRPr sz="1800">
                <a:solidFill>
                  <a:schemeClr val="bg1"/>
                </a:solidFill>
                <a:latin typeface="Nunito Sans ExtraBold" panose="00000900000000000000" pitchFamily="2" charset="0"/>
              </a:defRPr>
            </a:lvl2pPr>
            <a:lvl3pPr marL="0" indent="0" algn="l">
              <a:spcBef>
                <a:spcPts val="1000"/>
              </a:spcBef>
              <a:buNone/>
              <a:defRPr sz="1800">
                <a:solidFill>
                  <a:schemeClr val="bg1"/>
                </a:solidFill>
                <a:latin typeface="Nunito Sans ExtraBold" panose="00000900000000000000" pitchFamily="2" charset="0"/>
              </a:defRPr>
            </a:lvl3pPr>
            <a:lvl4pPr marL="0" indent="0" algn="l">
              <a:spcBef>
                <a:spcPts val="1000"/>
              </a:spcBef>
              <a:buNone/>
              <a:defRPr sz="1800">
                <a:solidFill>
                  <a:schemeClr val="bg1"/>
                </a:solidFill>
                <a:latin typeface="Nunito Sans ExtraBold" panose="00000900000000000000" pitchFamily="2" charset="0"/>
              </a:defRPr>
            </a:lvl4pPr>
            <a:lvl5pPr marL="0" indent="0" algn="l">
              <a:spcBef>
                <a:spcPts val="1000"/>
              </a:spcBef>
              <a:buNone/>
              <a:defRPr sz="1800">
                <a:solidFill>
                  <a:schemeClr val="bg1"/>
                </a:solidFill>
                <a:latin typeface="Nunito Sans ExtraBold" panose="00000900000000000000" pitchFamily="2" charset="0"/>
              </a:defRPr>
            </a:lvl5pPr>
            <a:lvl6pPr marL="0" indent="0" algn="l">
              <a:spcBef>
                <a:spcPts val="1000"/>
              </a:spcBef>
              <a:buNone/>
              <a:defRPr sz="1800">
                <a:solidFill>
                  <a:schemeClr val="bg1"/>
                </a:solidFill>
                <a:latin typeface="Nunito Sans ExtraBold" panose="00000900000000000000" pitchFamily="2" charset="0"/>
              </a:defRPr>
            </a:lvl6pPr>
            <a:lvl7pPr marL="0" indent="0" algn="l">
              <a:spcBef>
                <a:spcPts val="1000"/>
              </a:spcBef>
              <a:buNone/>
              <a:defRPr sz="1800">
                <a:solidFill>
                  <a:schemeClr val="bg1"/>
                </a:solidFill>
                <a:latin typeface="Nunito Sans ExtraBold" panose="00000900000000000000" pitchFamily="2" charset="0"/>
              </a:defRPr>
            </a:lvl7pPr>
            <a:lvl8pPr marL="0" indent="0" algn="l">
              <a:spcBef>
                <a:spcPts val="1000"/>
              </a:spcBef>
              <a:buNone/>
              <a:defRPr sz="1800">
                <a:solidFill>
                  <a:schemeClr val="bg1"/>
                </a:solidFill>
                <a:latin typeface="Nunito Sans ExtraBold" panose="00000900000000000000" pitchFamily="2" charset="0"/>
              </a:defRPr>
            </a:lvl8pPr>
            <a:lvl9pPr marL="0" indent="0" algn="l">
              <a:lnSpc>
                <a:spcPct val="112000"/>
              </a:lnSpc>
              <a:spcBef>
                <a:spcPts val="1000"/>
              </a:spcBef>
              <a:spcAft>
                <a:spcPts val="400"/>
              </a:spcAft>
              <a:buNone/>
              <a:defRPr sz="1800">
                <a:solidFill>
                  <a:schemeClr val="bg1"/>
                </a:solidFill>
                <a:latin typeface="Nunito Sans ExtraBold" panose="00000900000000000000" pitchFamily="2" charset="0"/>
              </a:defRPr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CD76DA0-F551-408A-B5B0-C64B2549B74A}"/>
              </a:ext>
            </a:extLst>
          </p:cNvPr>
          <p:cNvCxnSpPr>
            <a:cxnSpLocks/>
          </p:cNvCxnSpPr>
          <p:nvPr userDrawn="1"/>
        </p:nvCxnSpPr>
        <p:spPr>
          <a:xfrm>
            <a:off x="548639" y="3441279"/>
            <a:ext cx="5547361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B1ED4489-D66F-8949-AF4A-DAA4BC765C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638" y="5941222"/>
            <a:ext cx="2011680" cy="386066"/>
          </a:xfrm>
          <a:prstGeom prst="rect">
            <a:avLst/>
          </a:prstGeom>
        </p:spPr>
      </p:pic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3CADCB7-EA7D-2C4F-B6AA-EE04CB8135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9275" y="4355236"/>
            <a:ext cx="5546725" cy="485775"/>
          </a:xfrm>
        </p:spPr>
        <p:txBody>
          <a:bodyPr/>
          <a:lstStyle>
            <a:lvl1pPr marL="0" indent="0">
              <a:buNone/>
              <a:defRPr sz="1200">
                <a:solidFill>
                  <a:schemeClr val="accent2"/>
                </a:solidFill>
              </a:defRPr>
            </a:lvl1pPr>
            <a:lvl2pPr marL="0" indent="0">
              <a:buNone/>
              <a:defRPr/>
            </a:lvl2pPr>
            <a:lvl3pPr marL="344488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8221F0-5102-6D4A-9609-989354514301}"/>
              </a:ext>
            </a:extLst>
          </p:cNvPr>
          <p:cNvSpPr txBox="1"/>
          <p:nvPr userDrawn="1"/>
        </p:nvSpPr>
        <p:spPr>
          <a:xfrm>
            <a:off x="9354312" y="6003007"/>
            <a:ext cx="2286000" cy="36576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2pPr>
            <a:lvl3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3pPr>
            <a:lvl4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4pPr>
            <a:lvl5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5pPr>
            <a:lvl6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6pPr>
            <a:lvl7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7pPr>
            <a:lvl8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8pPr>
            <a:lvl9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9pPr>
          </a:lstStyle>
          <a:p>
            <a:pPr lvl="0" algn="r"/>
            <a:r>
              <a:rPr lang="en-US" sz="850">
                <a:solidFill>
                  <a:schemeClr val="bg1"/>
                </a:solidFill>
              </a:rPr>
              <a:t>© 2021 Freeman.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53169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: Blue 2/3+Collabora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888A3-9E4F-4B8B-92C9-404712F44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685800"/>
            <a:ext cx="7589520" cy="2660904"/>
          </a:xfrm>
        </p:spPr>
        <p:txBody>
          <a:bodyPr bIns="0"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6687D7-119A-48D1-B7CC-B1E4B30D8E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3657600"/>
            <a:ext cx="5550408" cy="685800"/>
          </a:xfrm>
        </p:spPr>
        <p:txBody>
          <a:bodyPr bIns="0"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0" indent="0" algn="l">
              <a:spcBef>
                <a:spcPts val="1000"/>
              </a:spcBef>
              <a:buNone/>
              <a:defRPr sz="1800">
                <a:solidFill>
                  <a:schemeClr val="bg1"/>
                </a:solidFill>
                <a:latin typeface="Nunito Sans ExtraBold" panose="00000900000000000000" pitchFamily="2" charset="0"/>
              </a:defRPr>
            </a:lvl2pPr>
            <a:lvl3pPr marL="0" indent="0" algn="l">
              <a:spcBef>
                <a:spcPts val="1000"/>
              </a:spcBef>
              <a:buNone/>
              <a:defRPr sz="1800">
                <a:solidFill>
                  <a:schemeClr val="bg1"/>
                </a:solidFill>
                <a:latin typeface="Nunito Sans ExtraBold" panose="00000900000000000000" pitchFamily="2" charset="0"/>
              </a:defRPr>
            </a:lvl3pPr>
            <a:lvl4pPr marL="0" indent="0" algn="l">
              <a:spcBef>
                <a:spcPts val="1000"/>
              </a:spcBef>
              <a:buNone/>
              <a:defRPr sz="1800">
                <a:solidFill>
                  <a:schemeClr val="bg1"/>
                </a:solidFill>
                <a:latin typeface="Nunito Sans ExtraBold" panose="00000900000000000000" pitchFamily="2" charset="0"/>
              </a:defRPr>
            </a:lvl4pPr>
            <a:lvl5pPr marL="0" indent="0" algn="l">
              <a:spcBef>
                <a:spcPts val="1000"/>
              </a:spcBef>
              <a:buNone/>
              <a:defRPr sz="1800">
                <a:solidFill>
                  <a:schemeClr val="bg1"/>
                </a:solidFill>
                <a:latin typeface="Nunito Sans ExtraBold" panose="00000900000000000000" pitchFamily="2" charset="0"/>
              </a:defRPr>
            </a:lvl5pPr>
            <a:lvl6pPr marL="0" indent="0" algn="l">
              <a:spcBef>
                <a:spcPts val="1000"/>
              </a:spcBef>
              <a:buNone/>
              <a:defRPr sz="1800">
                <a:solidFill>
                  <a:schemeClr val="bg1"/>
                </a:solidFill>
                <a:latin typeface="Nunito Sans ExtraBold" panose="00000900000000000000" pitchFamily="2" charset="0"/>
              </a:defRPr>
            </a:lvl6pPr>
            <a:lvl7pPr marL="0" indent="0" algn="l">
              <a:spcBef>
                <a:spcPts val="1000"/>
              </a:spcBef>
              <a:buNone/>
              <a:defRPr sz="1800">
                <a:solidFill>
                  <a:schemeClr val="bg1"/>
                </a:solidFill>
                <a:latin typeface="Nunito Sans ExtraBold" panose="00000900000000000000" pitchFamily="2" charset="0"/>
              </a:defRPr>
            </a:lvl7pPr>
            <a:lvl8pPr marL="0" indent="0" algn="l">
              <a:spcBef>
                <a:spcPts val="1000"/>
              </a:spcBef>
              <a:buNone/>
              <a:defRPr sz="1800">
                <a:solidFill>
                  <a:schemeClr val="bg1"/>
                </a:solidFill>
                <a:latin typeface="Nunito Sans ExtraBold" panose="00000900000000000000" pitchFamily="2" charset="0"/>
              </a:defRPr>
            </a:lvl8pPr>
            <a:lvl9pPr marL="0" indent="0" algn="l">
              <a:lnSpc>
                <a:spcPct val="112000"/>
              </a:lnSpc>
              <a:spcBef>
                <a:spcPts val="1000"/>
              </a:spcBef>
              <a:spcAft>
                <a:spcPts val="400"/>
              </a:spcAft>
              <a:buNone/>
              <a:defRPr sz="1800">
                <a:solidFill>
                  <a:schemeClr val="bg1"/>
                </a:solidFill>
                <a:latin typeface="Nunito Sans ExtraBold" panose="00000900000000000000" pitchFamily="2" charset="0"/>
              </a:defRPr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CD76DA0-F551-408A-B5B0-C64B2549B74A}"/>
              </a:ext>
            </a:extLst>
          </p:cNvPr>
          <p:cNvCxnSpPr>
            <a:cxnSpLocks/>
          </p:cNvCxnSpPr>
          <p:nvPr userDrawn="1"/>
        </p:nvCxnSpPr>
        <p:spPr>
          <a:xfrm>
            <a:off x="548639" y="3441279"/>
            <a:ext cx="5547361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3D7D0F01-943D-BF4E-8015-D7E8812D05F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638" y="5941222"/>
            <a:ext cx="2011680" cy="386066"/>
          </a:xfrm>
          <a:prstGeom prst="rect">
            <a:avLst/>
          </a:prstGeom>
        </p:spPr>
      </p:pic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8F7A4BA-02CC-B24D-8F05-041D1332E8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9275" y="4355236"/>
            <a:ext cx="5546725" cy="485775"/>
          </a:xfrm>
        </p:spPr>
        <p:txBody>
          <a:bodyPr/>
          <a:lstStyle>
            <a:lvl1pPr marL="0" indent="0">
              <a:buNone/>
              <a:defRPr sz="1200">
                <a:solidFill>
                  <a:schemeClr val="accent2"/>
                </a:solidFill>
              </a:defRPr>
            </a:lvl1pPr>
            <a:lvl2pPr marL="0" indent="0">
              <a:buNone/>
              <a:defRPr/>
            </a:lvl2pPr>
            <a:lvl3pPr marL="344488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36B95A-528A-304A-9296-85E5EF8F99FB}"/>
              </a:ext>
            </a:extLst>
          </p:cNvPr>
          <p:cNvSpPr txBox="1"/>
          <p:nvPr userDrawn="1"/>
        </p:nvSpPr>
        <p:spPr>
          <a:xfrm>
            <a:off x="9354312" y="6003007"/>
            <a:ext cx="2286000" cy="36576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2pPr>
            <a:lvl3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3pPr>
            <a:lvl4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4pPr>
            <a:lvl5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5pPr>
            <a:lvl6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6pPr>
            <a:lvl7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7pPr>
            <a:lvl8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8pPr>
            <a:lvl9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9pPr>
          </a:lstStyle>
          <a:p>
            <a:pPr lvl="0" algn="r"/>
            <a:r>
              <a:rPr lang="en-US" sz="850">
                <a:solidFill>
                  <a:schemeClr val="bg1"/>
                </a:solidFill>
              </a:rPr>
              <a:t>© 2021 Freeman.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36570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: Caret Photo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888A3-9E4F-4B8B-92C9-404712F4465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685800"/>
            <a:ext cx="5547360" cy="2660904"/>
          </a:xfrm>
        </p:spPr>
        <p:txBody>
          <a:bodyPr bIns="0"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6687D7-119A-48D1-B7CC-B1E4B30D8E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3657600"/>
            <a:ext cx="5550408" cy="685800"/>
          </a:xfrm>
        </p:spPr>
        <p:txBody>
          <a:bodyPr bIns="0"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0" indent="0" algn="l">
              <a:spcBef>
                <a:spcPts val="1000"/>
              </a:spcBef>
              <a:buNone/>
              <a:defRPr sz="1800">
                <a:solidFill>
                  <a:schemeClr val="bg1"/>
                </a:solidFill>
                <a:latin typeface="Nunito Sans ExtraBold" panose="00000900000000000000" pitchFamily="2" charset="0"/>
              </a:defRPr>
            </a:lvl2pPr>
            <a:lvl3pPr marL="0" indent="0" algn="l">
              <a:spcBef>
                <a:spcPts val="1000"/>
              </a:spcBef>
              <a:buNone/>
              <a:defRPr sz="1800">
                <a:solidFill>
                  <a:schemeClr val="bg1"/>
                </a:solidFill>
                <a:latin typeface="Nunito Sans ExtraBold" panose="00000900000000000000" pitchFamily="2" charset="0"/>
              </a:defRPr>
            </a:lvl3pPr>
            <a:lvl4pPr marL="0" indent="0" algn="l">
              <a:spcBef>
                <a:spcPts val="1000"/>
              </a:spcBef>
              <a:buNone/>
              <a:defRPr sz="1800">
                <a:solidFill>
                  <a:schemeClr val="bg1"/>
                </a:solidFill>
                <a:latin typeface="Nunito Sans ExtraBold" panose="00000900000000000000" pitchFamily="2" charset="0"/>
              </a:defRPr>
            </a:lvl4pPr>
            <a:lvl5pPr marL="0" indent="0" algn="l">
              <a:spcBef>
                <a:spcPts val="1000"/>
              </a:spcBef>
              <a:buNone/>
              <a:defRPr sz="1800">
                <a:solidFill>
                  <a:schemeClr val="bg1"/>
                </a:solidFill>
                <a:latin typeface="Nunito Sans ExtraBold" panose="00000900000000000000" pitchFamily="2" charset="0"/>
              </a:defRPr>
            </a:lvl5pPr>
            <a:lvl6pPr marL="0" indent="0" algn="l">
              <a:spcBef>
                <a:spcPts val="1000"/>
              </a:spcBef>
              <a:buNone/>
              <a:defRPr sz="1800">
                <a:solidFill>
                  <a:schemeClr val="bg1"/>
                </a:solidFill>
                <a:latin typeface="Nunito Sans ExtraBold" panose="00000900000000000000" pitchFamily="2" charset="0"/>
              </a:defRPr>
            </a:lvl6pPr>
            <a:lvl7pPr marL="0" indent="0" algn="l">
              <a:spcBef>
                <a:spcPts val="1000"/>
              </a:spcBef>
              <a:buNone/>
              <a:defRPr sz="1800">
                <a:solidFill>
                  <a:schemeClr val="bg1"/>
                </a:solidFill>
                <a:latin typeface="Nunito Sans ExtraBold" panose="00000900000000000000" pitchFamily="2" charset="0"/>
              </a:defRPr>
            </a:lvl7pPr>
            <a:lvl8pPr marL="0" indent="0" algn="l">
              <a:spcBef>
                <a:spcPts val="1000"/>
              </a:spcBef>
              <a:buNone/>
              <a:defRPr sz="1800">
                <a:solidFill>
                  <a:schemeClr val="bg1"/>
                </a:solidFill>
                <a:latin typeface="Nunito Sans ExtraBold" panose="00000900000000000000" pitchFamily="2" charset="0"/>
              </a:defRPr>
            </a:lvl8pPr>
            <a:lvl9pPr marL="0" indent="0" algn="l">
              <a:lnSpc>
                <a:spcPct val="112000"/>
              </a:lnSpc>
              <a:spcBef>
                <a:spcPts val="1000"/>
              </a:spcBef>
              <a:spcAft>
                <a:spcPts val="400"/>
              </a:spcAft>
              <a:buNone/>
              <a:defRPr sz="1800">
                <a:solidFill>
                  <a:schemeClr val="bg1"/>
                </a:solidFill>
                <a:latin typeface="Nunito Sans ExtraBold" panose="00000900000000000000" pitchFamily="2" charset="0"/>
              </a:defRPr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CD76DA0-F551-408A-B5B0-C64B2549B74A}"/>
              </a:ext>
            </a:extLst>
          </p:cNvPr>
          <p:cNvCxnSpPr>
            <a:cxnSpLocks/>
          </p:cNvCxnSpPr>
          <p:nvPr userDrawn="1"/>
        </p:nvCxnSpPr>
        <p:spPr>
          <a:xfrm>
            <a:off x="548639" y="3441279"/>
            <a:ext cx="5547361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3D7D0F01-943D-BF4E-8015-D7E8812D05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638" y="5941222"/>
            <a:ext cx="2011680" cy="38606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5DCEC57-4EC2-814B-A8DE-DDA303CAD603}"/>
              </a:ext>
            </a:extLst>
          </p:cNvPr>
          <p:cNvSpPr txBox="1"/>
          <p:nvPr userDrawn="1"/>
        </p:nvSpPr>
        <p:spPr>
          <a:xfrm>
            <a:off x="9354312" y="6003007"/>
            <a:ext cx="2286000" cy="36576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2pPr>
            <a:lvl3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3pPr>
            <a:lvl4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4pPr>
            <a:lvl5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5pPr>
            <a:lvl6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6pPr>
            <a:lvl7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7pPr>
            <a:lvl8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8pPr>
            <a:lvl9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9pPr>
          </a:lstStyle>
          <a:p>
            <a:pPr lvl="0" algn="r"/>
            <a:r>
              <a:rPr lang="en-US" sz="850">
                <a:solidFill>
                  <a:schemeClr val="bg1"/>
                </a:solidFill>
              </a:rPr>
              <a:t>© 2021 Freeman. All rights reserved.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8F7A4BA-02CC-B24D-8F05-041D1332E8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9275" y="4355236"/>
            <a:ext cx="5546725" cy="485775"/>
          </a:xfrm>
        </p:spPr>
        <p:txBody>
          <a:bodyPr/>
          <a:lstStyle>
            <a:lvl1pPr marL="0" indent="0">
              <a:buNone/>
              <a:defRPr sz="1200">
                <a:solidFill>
                  <a:schemeClr val="accent2"/>
                </a:solidFill>
              </a:defRPr>
            </a:lvl1pPr>
            <a:lvl2pPr marL="0" indent="0">
              <a:buNone/>
              <a:defRPr/>
            </a:lvl2pPr>
            <a:lvl3pPr marL="344488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1F2F2AD-AB41-DE41-8902-4A93AEF06C7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09550" y="0"/>
            <a:ext cx="2286000" cy="2286000"/>
          </a:xfrm>
          <a:solidFill>
            <a:schemeClr val="bg2">
              <a:lumMod val="5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0D5CA9CB-E90A-8649-AD5A-D97ABAEF1B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900213" y="0"/>
            <a:ext cx="2286000" cy="2286000"/>
          </a:xfrm>
          <a:solidFill>
            <a:schemeClr val="bg2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959F03B8-0505-A441-BBEB-AA70FC4DF63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900213" y="2290662"/>
            <a:ext cx="2286000" cy="2286000"/>
          </a:xfrm>
          <a:solidFill>
            <a:schemeClr val="bg2">
              <a:lumMod val="5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242766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 userDrawn="1">
          <p15:clr>
            <a:srgbClr val="FBAE40"/>
          </p15:clr>
        </p15:guide>
        <p15:guide id="2" orient="horz" pos="14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: Caret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1F2F2AD-AB41-DE41-8902-4A93AEF06C7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09550" y="0"/>
            <a:ext cx="2286000" cy="2286000"/>
          </a:xfrm>
          <a:solidFill>
            <a:schemeClr val="bg2">
              <a:lumMod val="5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0D5CA9CB-E90A-8649-AD5A-D97ABAEF1B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900213" y="0"/>
            <a:ext cx="2286000" cy="2286000"/>
          </a:xfrm>
          <a:solidFill>
            <a:schemeClr val="bg2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959F03B8-0505-A441-BBEB-AA70FC4DF63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900213" y="2290662"/>
            <a:ext cx="2286000" cy="2286000"/>
          </a:xfrm>
          <a:solidFill>
            <a:schemeClr val="bg2">
              <a:lumMod val="5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F33BD6B-24C7-3043-A219-C8A07B5DA0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914400"/>
            <a:ext cx="4196980" cy="2660904"/>
          </a:xfrm>
        </p:spPr>
        <p:txBody>
          <a:bodyPr bIns="0" anchor="b"/>
          <a:lstStyle>
            <a:lvl1pPr algn="l"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F320C28E-01AA-3447-A5FC-373502FBB8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3886200"/>
            <a:ext cx="4196980" cy="685800"/>
          </a:xfrm>
        </p:spPr>
        <p:txBody>
          <a:bodyPr bIns="0">
            <a:noAutofit/>
          </a:bodyPr>
          <a:lstStyle>
            <a:lvl1pPr marL="0" indent="0" algn="l">
              <a:buNone/>
              <a:defRPr sz="1800">
                <a:solidFill>
                  <a:schemeClr val="bg2"/>
                </a:solidFill>
                <a:latin typeface="+mn-lt"/>
              </a:defRPr>
            </a:lvl1pPr>
            <a:lvl2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2pPr>
            <a:lvl3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3pPr>
            <a:lvl4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4pPr>
            <a:lvl5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5pPr>
            <a:lvl6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6pPr>
            <a:lvl7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7pPr>
            <a:lvl8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8pPr>
            <a:lvl9pPr marL="0" indent="0" algn="l">
              <a:lnSpc>
                <a:spcPct val="112000"/>
              </a:lnSpc>
              <a:spcBef>
                <a:spcPts val="1000"/>
              </a:spcBef>
              <a:spcAft>
                <a:spcPts val="400"/>
              </a:spcAft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71E32BC9-DB2A-9149-A629-72BABFDBDB9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9276" y="4592743"/>
            <a:ext cx="4196448" cy="485775"/>
          </a:xfrm>
        </p:spPr>
        <p:txBody>
          <a:bodyPr/>
          <a:lstStyle>
            <a:lvl1pPr marL="0" indent="0">
              <a:buNone/>
              <a:defRPr sz="1200">
                <a:solidFill>
                  <a:schemeClr val="accent2"/>
                </a:solidFill>
              </a:defRPr>
            </a:lvl1pPr>
            <a:lvl2pPr marL="0" indent="0">
              <a:buNone/>
              <a:defRPr/>
            </a:lvl2pPr>
            <a:lvl3pPr marL="344488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6" name="Picture 15" descr="Logo&#10;&#10;Description automatically generated">
            <a:extLst>
              <a:ext uri="{FF2B5EF4-FFF2-40B4-BE49-F238E27FC236}">
                <a16:creationId xmlns:a16="http://schemas.microsoft.com/office/drawing/2014/main" id="{4F19DB28-4534-364D-96AD-F0BDD0ACA4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638" y="5935614"/>
            <a:ext cx="2011680" cy="38606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BFF7D7C-0DFD-ED48-928C-690EBE9F002E}"/>
              </a:ext>
            </a:extLst>
          </p:cNvPr>
          <p:cNvSpPr txBox="1"/>
          <p:nvPr userDrawn="1"/>
        </p:nvSpPr>
        <p:spPr>
          <a:xfrm>
            <a:off x="9354312" y="6003007"/>
            <a:ext cx="2286000" cy="36576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2pPr>
            <a:lvl3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3pPr>
            <a:lvl4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4pPr>
            <a:lvl5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5pPr>
            <a:lvl6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6pPr>
            <a:lvl7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7pPr>
            <a:lvl8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8pPr>
            <a:lvl9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9pPr>
          </a:lstStyle>
          <a:p>
            <a:pPr lvl="0" algn="r"/>
            <a:r>
              <a:rPr lang="en-US" sz="850">
                <a:solidFill>
                  <a:schemeClr val="bg2">
                    <a:lumMod val="50000"/>
                  </a:schemeClr>
                </a:solidFill>
              </a:rPr>
              <a:t>© 2021 Freeman.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473083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orient="horz" pos="14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: Caret Photo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888A3-9E4F-4B8B-92C9-404712F44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685800"/>
            <a:ext cx="5547360" cy="2660904"/>
          </a:xfrm>
        </p:spPr>
        <p:txBody>
          <a:bodyPr bIns="0"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6687D7-119A-48D1-B7CC-B1E4B30D8E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3657600"/>
            <a:ext cx="5550408" cy="685800"/>
          </a:xfrm>
        </p:spPr>
        <p:txBody>
          <a:bodyPr bIns="0"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0" indent="0" algn="l">
              <a:spcBef>
                <a:spcPts val="1000"/>
              </a:spcBef>
              <a:buNone/>
              <a:defRPr sz="1800">
                <a:solidFill>
                  <a:schemeClr val="bg1"/>
                </a:solidFill>
                <a:latin typeface="Nunito Sans ExtraBold" panose="00000900000000000000" pitchFamily="2" charset="0"/>
              </a:defRPr>
            </a:lvl2pPr>
            <a:lvl3pPr marL="0" indent="0" algn="l">
              <a:spcBef>
                <a:spcPts val="1000"/>
              </a:spcBef>
              <a:buNone/>
              <a:defRPr sz="1800">
                <a:solidFill>
                  <a:schemeClr val="bg1"/>
                </a:solidFill>
                <a:latin typeface="Nunito Sans ExtraBold" panose="00000900000000000000" pitchFamily="2" charset="0"/>
              </a:defRPr>
            </a:lvl3pPr>
            <a:lvl4pPr marL="0" indent="0" algn="l">
              <a:spcBef>
                <a:spcPts val="1000"/>
              </a:spcBef>
              <a:buNone/>
              <a:defRPr sz="1800">
                <a:solidFill>
                  <a:schemeClr val="bg1"/>
                </a:solidFill>
                <a:latin typeface="Nunito Sans ExtraBold" panose="00000900000000000000" pitchFamily="2" charset="0"/>
              </a:defRPr>
            </a:lvl4pPr>
            <a:lvl5pPr marL="0" indent="0" algn="l">
              <a:spcBef>
                <a:spcPts val="1000"/>
              </a:spcBef>
              <a:buNone/>
              <a:defRPr sz="1800">
                <a:solidFill>
                  <a:schemeClr val="bg1"/>
                </a:solidFill>
                <a:latin typeface="Nunito Sans ExtraBold" panose="00000900000000000000" pitchFamily="2" charset="0"/>
              </a:defRPr>
            </a:lvl5pPr>
            <a:lvl6pPr marL="0" indent="0" algn="l">
              <a:spcBef>
                <a:spcPts val="1000"/>
              </a:spcBef>
              <a:buNone/>
              <a:defRPr sz="1800">
                <a:solidFill>
                  <a:schemeClr val="bg1"/>
                </a:solidFill>
                <a:latin typeface="Nunito Sans ExtraBold" panose="00000900000000000000" pitchFamily="2" charset="0"/>
              </a:defRPr>
            </a:lvl6pPr>
            <a:lvl7pPr marL="0" indent="0" algn="l">
              <a:spcBef>
                <a:spcPts val="1000"/>
              </a:spcBef>
              <a:buNone/>
              <a:defRPr sz="1800">
                <a:solidFill>
                  <a:schemeClr val="bg1"/>
                </a:solidFill>
                <a:latin typeface="Nunito Sans ExtraBold" panose="00000900000000000000" pitchFamily="2" charset="0"/>
              </a:defRPr>
            </a:lvl7pPr>
            <a:lvl8pPr marL="0" indent="0" algn="l">
              <a:spcBef>
                <a:spcPts val="1000"/>
              </a:spcBef>
              <a:buNone/>
              <a:defRPr sz="1800">
                <a:solidFill>
                  <a:schemeClr val="bg1"/>
                </a:solidFill>
                <a:latin typeface="Nunito Sans ExtraBold" panose="00000900000000000000" pitchFamily="2" charset="0"/>
              </a:defRPr>
            </a:lvl8pPr>
            <a:lvl9pPr marL="0" indent="0" algn="l">
              <a:lnSpc>
                <a:spcPct val="112000"/>
              </a:lnSpc>
              <a:spcBef>
                <a:spcPts val="1000"/>
              </a:spcBef>
              <a:spcAft>
                <a:spcPts val="400"/>
              </a:spcAft>
              <a:buNone/>
              <a:defRPr sz="1800">
                <a:solidFill>
                  <a:schemeClr val="bg1"/>
                </a:solidFill>
                <a:latin typeface="Nunito Sans ExtraBold" panose="00000900000000000000" pitchFamily="2" charset="0"/>
              </a:defRPr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CD76DA0-F551-408A-B5B0-C64B2549B74A}"/>
              </a:ext>
            </a:extLst>
          </p:cNvPr>
          <p:cNvCxnSpPr>
            <a:cxnSpLocks/>
          </p:cNvCxnSpPr>
          <p:nvPr userDrawn="1"/>
        </p:nvCxnSpPr>
        <p:spPr>
          <a:xfrm>
            <a:off x="548639" y="3441279"/>
            <a:ext cx="5547361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3D7D0F01-943D-BF4E-8015-D7E8812D05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638" y="5941222"/>
            <a:ext cx="2011680" cy="38606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5DCEC57-4EC2-814B-A8DE-DDA303CAD603}"/>
              </a:ext>
            </a:extLst>
          </p:cNvPr>
          <p:cNvSpPr txBox="1"/>
          <p:nvPr userDrawn="1"/>
        </p:nvSpPr>
        <p:spPr>
          <a:xfrm>
            <a:off x="9354312" y="6003007"/>
            <a:ext cx="2286000" cy="36576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2pPr>
            <a:lvl3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3pPr>
            <a:lvl4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4pPr>
            <a:lvl5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5pPr>
            <a:lvl6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6pPr>
            <a:lvl7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7pPr>
            <a:lvl8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8pPr>
            <a:lvl9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9pPr>
          </a:lstStyle>
          <a:p>
            <a:pPr lvl="0" algn="r"/>
            <a:r>
              <a:rPr lang="en-US">
                <a:solidFill>
                  <a:schemeClr val="bg1"/>
                </a:solidFill>
              </a:rPr>
              <a:t>© 2021 Freeman. All rights reserved.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8F7A4BA-02CC-B24D-8F05-041D1332E8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9275" y="4355236"/>
            <a:ext cx="5546725" cy="485775"/>
          </a:xfrm>
        </p:spPr>
        <p:txBody>
          <a:bodyPr/>
          <a:lstStyle>
            <a:lvl1pPr marL="0" indent="0">
              <a:buNone/>
              <a:defRPr sz="1200">
                <a:solidFill>
                  <a:schemeClr val="accent2"/>
                </a:solidFill>
              </a:defRPr>
            </a:lvl1pPr>
            <a:lvl2pPr marL="0" indent="0">
              <a:buNone/>
              <a:defRPr/>
            </a:lvl2pPr>
            <a:lvl3pPr marL="344488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1F2F2AD-AB41-DE41-8902-4A93AEF06C7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999388" y="0"/>
            <a:ext cx="2590800" cy="2590800"/>
          </a:xfrm>
          <a:solidFill>
            <a:schemeClr val="bg2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0D5CA9CB-E90A-8649-AD5A-D97ABAEF1B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95413" y="0"/>
            <a:ext cx="2590800" cy="2590800"/>
          </a:xfrm>
          <a:solidFill>
            <a:schemeClr val="bg2">
              <a:lumMod val="5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959F03B8-0505-A441-BBEB-AA70FC4DF63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95413" y="2596025"/>
            <a:ext cx="2590800" cy="2590800"/>
          </a:xfrm>
          <a:solidFill>
            <a:schemeClr val="bg2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899187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64" userDrawn="1">
          <p15:clr>
            <a:srgbClr val="FBAE40"/>
          </p15:clr>
        </p15:guide>
        <p15:guide id="2" orient="horz" pos="10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: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AD59DDC7-767B-4003-BA13-48AB6D66B6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638" y="5935614"/>
            <a:ext cx="2011680" cy="3860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7888A3-9E4F-4B8B-92C9-404712F44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59375"/>
            <a:ext cx="5547360" cy="2660904"/>
          </a:xfrm>
        </p:spPr>
        <p:txBody>
          <a:bodyPr bIns="0" anchor="b"/>
          <a:lstStyle>
            <a:lvl1pPr algn="l"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6687D7-119A-48D1-B7CC-B1E4B30D8E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2795717"/>
            <a:ext cx="5547360" cy="685800"/>
          </a:xfrm>
        </p:spPr>
        <p:txBody>
          <a:bodyPr bIns="0">
            <a:noAutofit/>
          </a:bodyPr>
          <a:lstStyle>
            <a:lvl1pPr marL="0" indent="0" algn="l">
              <a:buNone/>
              <a:defRPr sz="1800">
                <a:solidFill>
                  <a:schemeClr val="bg2"/>
                </a:solidFill>
                <a:latin typeface="+mn-lt"/>
              </a:defRPr>
            </a:lvl1pPr>
            <a:lvl2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2pPr>
            <a:lvl3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3pPr>
            <a:lvl4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4pPr>
            <a:lvl5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5pPr>
            <a:lvl6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6pPr>
            <a:lvl7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7pPr>
            <a:lvl8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8pPr>
            <a:lvl9pPr marL="0" indent="0" algn="l">
              <a:lnSpc>
                <a:spcPct val="112000"/>
              </a:lnSpc>
              <a:spcBef>
                <a:spcPts val="1000"/>
              </a:spcBef>
              <a:spcAft>
                <a:spcPts val="400"/>
              </a:spcAft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3C0671-7C2F-4213-A18F-194E8AFCD859}"/>
              </a:ext>
            </a:extLst>
          </p:cNvPr>
          <p:cNvSpPr txBox="1"/>
          <p:nvPr userDrawn="1"/>
        </p:nvSpPr>
        <p:spPr>
          <a:xfrm>
            <a:off x="9354312" y="6003007"/>
            <a:ext cx="2286000" cy="36576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2pPr>
            <a:lvl3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3pPr>
            <a:lvl4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4pPr>
            <a:lvl5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5pPr>
            <a:lvl6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6pPr>
            <a:lvl7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7pPr>
            <a:lvl8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8pPr>
            <a:lvl9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9pPr>
          </a:lstStyle>
          <a:p>
            <a:pPr lvl="0" algn="r"/>
            <a:r>
              <a:rPr lang="en-US"/>
              <a:t>© 2021 Freeman. All rights reserved.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347965-6F01-474A-85F9-D9982658DD3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9275" y="3493353"/>
            <a:ext cx="5546725" cy="485775"/>
          </a:xfrm>
        </p:spPr>
        <p:txBody>
          <a:bodyPr/>
          <a:lstStyle>
            <a:lvl1pPr marL="0" indent="0">
              <a:buNone/>
              <a:defRPr sz="1200">
                <a:solidFill>
                  <a:schemeClr val="accent2"/>
                </a:solidFill>
              </a:defRPr>
            </a:lvl1pPr>
            <a:lvl2pPr marL="0" indent="0">
              <a:buNone/>
              <a:defRPr/>
            </a:lvl2pPr>
            <a:lvl3pPr marL="344488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1342D638-D45E-0946-B0B1-5CBF5BC14A4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999388" y="0"/>
            <a:ext cx="2590800" cy="2590800"/>
          </a:xfrm>
          <a:solidFill>
            <a:schemeClr val="bg2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281818C2-DA8D-A047-A5BE-DB57BCCBED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95413" y="0"/>
            <a:ext cx="2590800" cy="2590800"/>
          </a:xfrm>
          <a:solidFill>
            <a:schemeClr val="bg2">
              <a:lumMod val="5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ACAD5BEA-6EEE-4B48-9446-BF5102ABE78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95413" y="2596025"/>
            <a:ext cx="2590800" cy="2590800"/>
          </a:xfrm>
          <a:solidFill>
            <a:schemeClr val="bg2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8986256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 userDrawn="1">
          <p15:clr>
            <a:srgbClr val="FBAE40"/>
          </p15:clr>
        </p15:guide>
        <p15:guide id="2" orient="horz" pos="163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: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AD59DDC7-767B-4003-BA13-48AB6D66B6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638" y="5935614"/>
            <a:ext cx="2011680" cy="3860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7888A3-9E4F-4B8B-92C9-404712F44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914400"/>
            <a:ext cx="4196980" cy="2660904"/>
          </a:xfrm>
        </p:spPr>
        <p:txBody>
          <a:bodyPr bIns="0" anchor="b"/>
          <a:lstStyle>
            <a:lvl1pPr algn="l"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6687D7-119A-48D1-B7CC-B1E4B30D8E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3886200"/>
            <a:ext cx="4196980" cy="685800"/>
          </a:xfrm>
        </p:spPr>
        <p:txBody>
          <a:bodyPr bIns="0">
            <a:noAutofit/>
          </a:bodyPr>
          <a:lstStyle>
            <a:lvl1pPr marL="0" indent="0" algn="l">
              <a:buNone/>
              <a:defRPr sz="1800">
                <a:solidFill>
                  <a:schemeClr val="bg2"/>
                </a:solidFill>
                <a:latin typeface="+mn-lt"/>
              </a:defRPr>
            </a:lvl1pPr>
            <a:lvl2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2pPr>
            <a:lvl3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3pPr>
            <a:lvl4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4pPr>
            <a:lvl5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5pPr>
            <a:lvl6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6pPr>
            <a:lvl7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7pPr>
            <a:lvl8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8pPr>
            <a:lvl9pPr marL="0" indent="0" algn="l">
              <a:lnSpc>
                <a:spcPct val="112000"/>
              </a:lnSpc>
              <a:spcBef>
                <a:spcPts val="1000"/>
              </a:spcBef>
              <a:spcAft>
                <a:spcPts val="400"/>
              </a:spcAft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3C0671-7C2F-4213-A18F-194E8AFCD859}"/>
              </a:ext>
            </a:extLst>
          </p:cNvPr>
          <p:cNvSpPr txBox="1"/>
          <p:nvPr userDrawn="1"/>
        </p:nvSpPr>
        <p:spPr>
          <a:xfrm>
            <a:off x="9354312" y="6003007"/>
            <a:ext cx="2286000" cy="36576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2pPr>
            <a:lvl3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3pPr>
            <a:lvl4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4pPr>
            <a:lvl5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5pPr>
            <a:lvl6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6pPr>
            <a:lvl7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7pPr>
            <a:lvl8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8pPr>
            <a:lvl9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9pPr>
          </a:lstStyle>
          <a:p>
            <a:pPr lvl="0" algn="r"/>
            <a:r>
              <a:rPr lang="en-US"/>
              <a:t>© 2021 Freeman. All rights reserved.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347965-6F01-474A-85F9-D9982658DD3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9276" y="4592743"/>
            <a:ext cx="4196448" cy="485775"/>
          </a:xfrm>
        </p:spPr>
        <p:txBody>
          <a:bodyPr/>
          <a:lstStyle>
            <a:lvl1pPr marL="0" indent="0">
              <a:buNone/>
              <a:defRPr sz="1200">
                <a:solidFill>
                  <a:schemeClr val="accent2"/>
                </a:solidFill>
              </a:defRPr>
            </a:lvl1pPr>
            <a:lvl2pPr marL="0" indent="0">
              <a:buNone/>
              <a:defRPr/>
            </a:lvl2pPr>
            <a:lvl3pPr marL="344488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1342D638-D45E-0946-B0B1-5CBF5BC14A4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32730" y="0"/>
            <a:ext cx="3429000" cy="3429000"/>
          </a:xfrm>
          <a:solidFill>
            <a:schemeClr val="bg2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281818C2-DA8D-A047-A5BE-DB57BCCBED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6248" y="0"/>
            <a:ext cx="3429000" cy="3429000"/>
          </a:xfrm>
          <a:solidFill>
            <a:schemeClr val="bg2">
              <a:lumMod val="5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ACAD5BEA-6EEE-4B48-9446-BF5102ABE78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766248" y="3434740"/>
            <a:ext cx="3429000" cy="3429000"/>
          </a:xfrm>
          <a:solidFill>
            <a:schemeClr val="bg2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B0B754-A139-8C41-A4E9-070D077C9BBA}"/>
              </a:ext>
            </a:extLst>
          </p:cNvPr>
          <p:cNvSpPr/>
          <p:nvPr userDrawn="1"/>
        </p:nvSpPr>
        <p:spPr>
          <a:xfrm>
            <a:off x="5332730" y="3434740"/>
            <a:ext cx="3429000" cy="342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696B80-1A30-404D-A6FD-32E41F66FC8F}"/>
              </a:ext>
            </a:extLst>
          </p:cNvPr>
          <p:cNvSpPr txBox="1"/>
          <p:nvPr userDrawn="1"/>
        </p:nvSpPr>
        <p:spPr>
          <a:xfrm>
            <a:off x="2459620" y="6003007"/>
            <a:ext cx="2286000" cy="36576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2pPr>
            <a:lvl3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3pPr>
            <a:lvl4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4pPr>
            <a:lvl5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5pPr>
            <a:lvl6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6pPr>
            <a:lvl7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7pPr>
            <a:lvl8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8pPr>
            <a:lvl9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9pPr>
          </a:lstStyle>
          <a:p>
            <a:pPr lvl="0" algn="r"/>
            <a:r>
              <a:rPr lang="en-US" sz="850">
                <a:solidFill>
                  <a:schemeClr val="bg2">
                    <a:lumMod val="50000"/>
                  </a:schemeClr>
                </a:solidFill>
              </a:rPr>
              <a:t>© 2021 Freeman.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6014303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ver: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281818C2-DA8D-A047-A5BE-DB57BCCBED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26380" y="0"/>
            <a:ext cx="6868868" cy="6868868"/>
          </a:xfrm>
          <a:solidFill>
            <a:schemeClr val="bg2">
              <a:lumMod val="5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AD59DDC7-767B-4003-BA13-48AB6D66B6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638" y="5935614"/>
            <a:ext cx="2011680" cy="3860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7888A3-9E4F-4B8B-92C9-404712F44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914400"/>
            <a:ext cx="4196980" cy="2660904"/>
          </a:xfrm>
        </p:spPr>
        <p:txBody>
          <a:bodyPr bIns="0" anchor="b"/>
          <a:lstStyle>
            <a:lvl1pPr algn="l"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6687D7-119A-48D1-B7CC-B1E4B30D8E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3886200"/>
            <a:ext cx="4196980" cy="685800"/>
          </a:xfrm>
        </p:spPr>
        <p:txBody>
          <a:bodyPr bIns="0">
            <a:noAutofit/>
          </a:bodyPr>
          <a:lstStyle>
            <a:lvl1pPr marL="0" indent="0" algn="l">
              <a:buNone/>
              <a:defRPr sz="1800">
                <a:solidFill>
                  <a:schemeClr val="bg2"/>
                </a:solidFill>
                <a:latin typeface="+mn-lt"/>
              </a:defRPr>
            </a:lvl1pPr>
            <a:lvl2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2pPr>
            <a:lvl3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3pPr>
            <a:lvl4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4pPr>
            <a:lvl5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5pPr>
            <a:lvl6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6pPr>
            <a:lvl7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7pPr>
            <a:lvl8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8pPr>
            <a:lvl9pPr marL="0" indent="0" algn="l">
              <a:lnSpc>
                <a:spcPct val="112000"/>
              </a:lnSpc>
              <a:spcBef>
                <a:spcPts val="1000"/>
              </a:spcBef>
              <a:spcAft>
                <a:spcPts val="400"/>
              </a:spcAft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347965-6F01-474A-85F9-D9982658DD3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9276" y="4582307"/>
            <a:ext cx="4196448" cy="485775"/>
          </a:xfrm>
        </p:spPr>
        <p:txBody>
          <a:bodyPr/>
          <a:lstStyle>
            <a:lvl1pPr marL="0" indent="0">
              <a:buNone/>
              <a:defRPr sz="1200">
                <a:solidFill>
                  <a:schemeClr val="accent2"/>
                </a:solidFill>
              </a:defRPr>
            </a:lvl1pPr>
            <a:lvl2pPr marL="0" indent="0">
              <a:buNone/>
              <a:defRPr/>
            </a:lvl2pPr>
            <a:lvl3pPr marL="344488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B0B754-A139-8C41-A4E9-070D077C9BBA}"/>
              </a:ext>
            </a:extLst>
          </p:cNvPr>
          <p:cNvSpPr/>
          <p:nvPr userDrawn="1"/>
        </p:nvSpPr>
        <p:spPr>
          <a:xfrm>
            <a:off x="5243332" y="3439867"/>
            <a:ext cx="3512048" cy="3429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9AC897-583D-D24B-8564-B24D2B1521FA}"/>
              </a:ext>
            </a:extLst>
          </p:cNvPr>
          <p:cNvSpPr txBox="1"/>
          <p:nvPr userDrawn="1"/>
        </p:nvSpPr>
        <p:spPr>
          <a:xfrm>
            <a:off x="2459620" y="6003007"/>
            <a:ext cx="2286000" cy="36576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2pPr>
            <a:lvl3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3pPr>
            <a:lvl4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4pPr>
            <a:lvl5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5pPr>
            <a:lvl6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6pPr>
            <a:lvl7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7pPr>
            <a:lvl8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8pPr>
            <a:lvl9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9pPr>
          </a:lstStyle>
          <a:p>
            <a:pPr lvl="0" algn="r"/>
            <a:r>
              <a:rPr lang="en-US" sz="850">
                <a:solidFill>
                  <a:schemeClr val="bg2">
                    <a:lumMod val="50000"/>
                  </a:schemeClr>
                </a:solidFill>
              </a:rPr>
              <a:t>© 2021 Freeman.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3490667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ver: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B0B754-A139-8C41-A4E9-070D077C9BBA}"/>
              </a:ext>
            </a:extLst>
          </p:cNvPr>
          <p:cNvSpPr/>
          <p:nvPr userDrawn="1"/>
        </p:nvSpPr>
        <p:spPr>
          <a:xfrm>
            <a:off x="5326380" y="1"/>
            <a:ext cx="6865620" cy="68688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AD59DDC7-767B-4003-BA13-48AB6D66B6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638" y="5935614"/>
            <a:ext cx="2011680" cy="3860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7888A3-9E4F-4B8B-92C9-404712F44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914400"/>
            <a:ext cx="4196980" cy="2660904"/>
          </a:xfrm>
        </p:spPr>
        <p:txBody>
          <a:bodyPr bIns="0" anchor="b"/>
          <a:lstStyle>
            <a:lvl1pPr algn="l"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6687D7-119A-48D1-B7CC-B1E4B30D8E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3886200"/>
            <a:ext cx="4196980" cy="685800"/>
          </a:xfrm>
        </p:spPr>
        <p:txBody>
          <a:bodyPr bIns="0">
            <a:noAutofit/>
          </a:bodyPr>
          <a:lstStyle>
            <a:lvl1pPr marL="0" indent="0" algn="l">
              <a:buNone/>
              <a:defRPr sz="1800">
                <a:solidFill>
                  <a:schemeClr val="bg2"/>
                </a:solidFill>
                <a:latin typeface="+mn-lt"/>
              </a:defRPr>
            </a:lvl1pPr>
            <a:lvl2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2pPr>
            <a:lvl3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3pPr>
            <a:lvl4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4pPr>
            <a:lvl5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5pPr>
            <a:lvl6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6pPr>
            <a:lvl7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7pPr>
            <a:lvl8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8pPr>
            <a:lvl9pPr marL="0" indent="0" algn="l">
              <a:lnSpc>
                <a:spcPct val="112000"/>
              </a:lnSpc>
              <a:spcBef>
                <a:spcPts val="1000"/>
              </a:spcBef>
              <a:spcAft>
                <a:spcPts val="400"/>
              </a:spcAft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347965-6F01-474A-85F9-D9982658DD3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3400" y="4572000"/>
            <a:ext cx="4196448" cy="485775"/>
          </a:xfrm>
        </p:spPr>
        <p:txBody>
          <a:bodyPr/>
          <a:lstStyle>
            <a:lvl1pPr marL="0" indent="0">
              <a:buNone/>
              <a:defRPr sz="1200">
                <a:solidFill>
                  <a:schemeClr val="accent2"/>
                </a:solidFill>
              </a:defRPr>
            </a:lvl1pPr>
            <a:lvl2pPr marL="0" indent="0">
              <a:buNone/>
              <a:defRPr/>
            </a:lvl2pPr>
            <a:lvl3pPr marL="344488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281818C2-DA8D-A047-A5BE-DB57BCCBED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26380" y="3439868"/>
            <a:ext cx="3429000" cy="3429000"/>
          </a:xfrm>
          <a:solidFill>
            <a:schemeClr val="bg2">
              <a:lumMod val="5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006491-2694-154F-AB8E-2B1969B2D46E}"/>
              </a:ext>
            </a:extLst>
          </p:cNvPr>
          <p:cNvSpPr txBox="1"/>
          <p:nvPr userDrawn="1"/>
        </p:nvSpPr>
        <p:spPr>
          <a:xfrm>
            <a:off x="2459620" y="6003007"/>
            <a:ext cx="2286000" cy="36576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2pPr>
            <a:lvl3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3pPr>
            <a:lvl4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4pPr>
            <a:lvl5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5pPr>
            <a:lvl6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6pPr>
            <a:lvl7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7pPr>
            <a:lvl8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8pPr>
            <a:lvl9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9pPr>
          </a:lstStyle>
          <a:p>
            <a:pPr lvl="0" algn="r"/>
            <a:r>
              <a:rPr lang="en-US" sz="850">
                <a:solidFill>
                  <a:schemeClr val="bg2">
                    <a:lumMod val="50000"/>
                  </a:schemeClr>
                </a:solidFill>
              </a:rPr>
              <a:t>© 2021 Freeman.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016754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ver: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B0B754-A139-8C41-A4E9-070D077C9BBA}"/>
              </a:ext>
            </a:extLst>
          </p:cNvPr>
          <p:cNvSpPr/>
          <p:nvPr userDrawn="1"/>
        </p:nvSpPr>
        <p:spPr>
          <a:xfrm>
            <a:off x="5326380" y="1"/>
            <a:ext cx="6865620" cy="686886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AD59DDC7-767B-4003-BA13-48AB6D66B6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638" y="5935614"/>
            <a:ext cx="2011680" cy="3860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7888A3-9E4F-4B8B-92C9-404712F44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914400"/>
            <a:ext cx="4196980" cy="2660904"/>
          </a:xfrm>
        </p:spPr>
        <p:txBody>
          <a:bodyPr bIns="0" anchor="b"/>
          <a:lstStyle>
            <a:lvl1pPr algn="l"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6687D7-119A-48D1-B7CC-B1E4B30D8E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3886200"/>
            <a:ext cx="4196980" cy="685800"/>
          </a:xfrm>
        </p:spPr>
        <p:txBody>
          <a:bodyPr bIns="0">
            <a:noAutofit/>
          </a:bodyPr>
          <a:lstStyle>
            <a:lvl1pPr marL="0" indent="0" algn="l">
              <a:buNone/>
              <a:defRPr sz="1800">
                <a:solidFill>
                  <a:schemeClr val="bg2"/>
                </a:solidFill>
                <a:latin typeface="+mn-lt"/>
              </a:defRPr>
            </a:lvl1pPr>
            <a:lvl2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2pPr>
            <a:lvl3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3pPr>
            <a:lvl4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4pPr>
            <a:lvl5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5pPr>
            <a:lvl6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6pPr>
            <a:lvl7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7pPr>
            <a:lvl8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8pPr>
            <a:lvl9pPr marL="0" indent="0" algn="l">
              <a:lnSpc>
                <a:spcPct val="112000"/>
              </a:lnSpc>
              <a:spcBef>
                <a:spcPts val="1000"/>
              </a:spcBef>
              <a:spcAft>
                <a:spcPts val="400"/>
              </a:spcAft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347965-6F01-474A-85F9-D9982658DD3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9276" y="4572000"/>
            <a:ext cx="4196448" cy="485775"/>
          </a:xfrm>
        </p:spPr>
        <p:txBody>
          <a:bodyPr/>
          <a:lstStyle>
            <a:lvl1pPr marL="0" indent="0">
              <a:buNone/>
              <a:defRPr sz="1200">
                <a:solidFill>
                  <a:schemeClr val="accent2"/>
                </a:solidFill>
              </a:defRPr>
            </a:lvl1pPr>
            <a:lvl2pPr marL="0" indent="0">
              <a:buNone/>
              <a:defRPr/>
            </a:lvl2pPr>
            <a:lvl3pPr marL="344488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281818C2-DA8D-A047-A5BE-DB57BCCBED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26380" y="3439868"/>
            <a:ext cx="3429000" cy="3429000"/>
          </a:xfrm>
          <a:solidFill>
            <a:schemeClr val="bg2">
              <a:lumMod val="5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EF41FE-6894-C64B-AE38-48FF54ADAFA0}"/>
              </a:ext>
            </a:extLst>
          </p:cNvPr>
          <p:cNvSpPr txBox="1"/>
          <p:nvPr userDrawn="1"/>
        </p:nvSpPr>
        <p:spPr>
          <a:xfrm>
            <a:off x="2459620" y="6003007"/>
            <a:ext cx="2286000" cy="36576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2pPr>
            <a:lvl3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3pPr>
            <a:lvl4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4pPr>
            <a:lvl5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5pPr>
            <a:lvl6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6pPr>
            <a:lvl7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7pPr>
            <a:lvl8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8pPr>
            <a:lvl9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9pPr>
          </a:lstStyle>
          <a:p>
            <a:pPr lvl="0" algn="r"/>
            <a:r>
              <a:rPr lang="en-US" sz="850">
                <a:solidFill>
                  <a:schemeClr val="bg2">
                    <a:lumMod val="50000"/>
                  </a:schemeClr>
                </a:solidFill>
              </a:rPr>
              <a:t>© 2021 Freeman.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108921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ver: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B0B754-A139-8C41-A4E9-070D077C9BBA}"/>
              </a:ext>
            </a:extLst>
          </p:cNvPr>
          <p:cNvSpPr/>
          <p:nvPr userDrawn="1"/>
        </p:nvSpPr>
        <p:spPr>
          <a:xfrm>
            <a:off x="5326380" y="1"/>
            <a:ext cx="6865620" cy="686886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AD59DDC7-767B-4003-BA13-48AB6D66B6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638" y="5935614"/>
            <a:ext cx="2011680" cy="3860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7888A3-9E4F-4B8B-92C9-404712F44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914400"/>
            <a:ext cx="4196980" cy="2660904"/>
          </a:xfrm>
        </p:spPr>
        <p:txBody>
          <a:bodyPr bIns="0" anchor="b"/>
          <a:lstStyle>
            <a:lvl1pPr algn="l"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6687D7-119A-48D1-B7CC-B1E4B30D8E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3886200"/>
            <a:ext cx="4196980" cy="685800"/>
          </a:xfrm>
        </p:spPr>
        <p:txBody>
          <a:bodyPr bIns="0">
            <a:noAutofit/>
          </a:bodyPr>
          <a:lstStyle>
            <a:lvl1pPr marL="0" indent="0" algn="l">
              <a:buNone/>
              <a:defRPr sz="1800">
                <a:solidFill>
                  <a:schemeClr val="bg2"/>
                </a:solidFill>
                <a:latin typeface="+mn-lt"/>
              </a:defRPr>
            </a:lvl1pPr>
            <a:lvl2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2pPr>
            <a:lvl3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3pPr>
            <a:lvl4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4pPr>
            <a:lvl5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5pPr>
            <a:lvl6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6pPr>
            <a:lvl7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7pPr>
            <a:lvl8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8pPr>
            <a:lvl9pPr marL="0" indent="0" algn="l">
              <a:lnSpc>
                <a:spcPct val="112000"/>
              </a:lnSpc>
              <a:spcBef>
                <a:spcPts val="1000"/>
              </a:spcBef>
              <a:spcAft>
                <a:spcPts val="400"/>
              </a:spcAft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347965-6F01-474A-85F9-D9982658DD3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3400" y="4572000"/>
            <a:ext cx="4196448" cy="485775"/>
          </a:xfrm>
        </p:spPr>
        <p:txBody>
          <a:bodyPr/>
          <a:lstStyle>
            <a:lvl1pPr marL="0" indent="0">
              <a:buNone/>
              <a:defRPr sz="1200">
                <a:solidFill>
                  <a:schemeClr val="accent2"/>
                </a:solidFill>
              </a:defRPr>
            </a:lvl1pPr>
            <a:lvl2pPr marL="0" indent="0">
              <a:buNone/>
              <a:defRPr/>
            </a:lvl2pPr>
            <a:lvl3pPr marL="344488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281818C2-DA8D-A047-A5BE-DB57BCCBED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26380" y="3439868"/>
            <a:ext cx="3429000" cy="3429000"/>
          </a:xfrm>
          <a:solidFill>
            <a:schemeClr val="bg2">
              <a:lumMod val="5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0C882B-E011-3E4F-A34A-3012CA003719}"/>
              </a:ext>
            </a:extLst>
          </p:cNvPr>
          <p:cNvSpPr txBox="1"/>
          <p:nvPr userDrawn="1"/>
        </p:nvSpPr>
        <p:spPr>
          <a:xfrm>
            <a:off x="2459620" y="6003007"/>
            <a:ext cx="2286000" cy="36576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2pPr>
            <a:lvl3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3pPr>
            <a:lvl4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4pPr>
            <a:lvl5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5pPr>
            <a:lvl6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6pPr>
            <a:lvl7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7pPr>
            <a:lvl8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8pPr>
            <a:lvl9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9pPr>
          </a:lstStyle>
          <a:p>
            <a:pPr lvl="0" algn="r"/>
            <a:r>
              <a:rPr lang="en-US" sz="850">
                <a:solidFill>
                  <a:schemeClr val="bg2">
                    <a:lumMod val="50000"/>
                  </a:schemeClr>
                </a:solidFill>
              </a:rPr>
              <a:t>© 2021 Freeman.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633324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ver: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B0B754-A139-8C41-A4E9-070D077C9BBA}"/>
              </a:ext>
            </a:extLst>
          </p:cNvPr>
          <p:cNvSpPr/>
          <p:nvPr userDrawn="1"/>
        </p:nvSpPr>
        <p:spPr>
          <a:xfrm>
            <a:off x="5326380" y="1"/>
            <a:ext cx="6865620" cy="68688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AD59DDC7-767B-4003-BA13-48AB6D66B6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638" y="5935614"/>
            <a:ext cx="2011680" cy="3860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7888A3-9E4F-4B8B-92C9-404712F44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914400"/>
            <a:ext cx="4196980" cy="2660904"/>
          </a:xfrm>
        </p:spPr>
        <p:txBody>
          <a:bodyPr bIns="0" anchor="b"/>
          <a:lstStyle>
            <a:lvl1pPr algn="l"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6687D7-119A-48D1-B7CC-B1E4B30D8E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3886200"/>
            <a:ext cx="4196980" cy="685800"/>
          </a:xfrm>
        </p:spPr>
        <p:txBody>
          <a:bodyPr bIns="0">
            <a:noAutofit/>
          </a:bodyPr>
          <a:lstStyle>
            <a:lvl1pPr marL="0" indent="0" algn="l">
              <a:buNone/>
              <a:defRPr sz="1800">
                <a:solidFill>
                  <a:schemeClr val="bg2"/>
                </a:solidFill>
                <a:latin typeface="+mn-lt"/>
              </a:defRPr>
            </a:lvl1pPr>
            <a:lvl2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2pPr>
            <a:lvl3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3pPr>
            <a:lvl4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4pPr>
            <a:lvl5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5pPr>
            <a:lvl6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6pPr>
            <a:lvl7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7pPr>
            <a:lvl8pPr marL="0" indent="0" algn="l">
              <a:spcBef>
                <a:spcPts val="1000"/>
              </a:spcBef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8pPr>
            <a:lvl9pPr marL="0" indent="0" algn="l">
              <a:lnSpc>
                <a:spcPct val="112000"/>
              </a:lnSpc>
              <a:spcBef>
                <a:spcPts val="1000"/>
              </a:spcBef>
              <a:spcAft>
                <a:spcPts val="400"/>
              </a:spcAft>
              <a:buNone/>
              <a:defRPr sz="1800">
                <a:solidFill>
                  <a:schemeClr val="bg2"/>
                </a:solidFill>
                <a:latin typeface="Nunito Sans ExtraBold" panose="00000900000000000000" pitchFamily="2" charset="0"/>
              </a:defRPr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347965-6F01-474A-85F9-D9982658DD3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9276" y="4572000"/>
            <a:ext cx="4196448" cy="485775"/>
          </a:xfrm>
        </p:spPr>
        <p:txBody>
          <a:bodyPr/>
          <a:lstStyle>
            <a:lvl1pPr marL="0" indent="0">
              <a:buNone/>
              <a:defRPr sz="1200">
                <a:solidFill>
                  <a:schemeClr val="accent2"/>
                </a:solidFill>
              </a:defRPr>
            </a:lvl1pPr>
            <a:lvl2pPr marL="0" indent="0">
              <a:buNone/>
              <a:defRPr/>
            </a:lvl2pPr>
            <a:lvl3pPr marL="344488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281818C2-DA8D-A047-A5BE-DB57BCCBED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26380" y="3439868"/>
            <a:ext cx="3429000" cy="3429000"/>
          </a:xfrm>
          <a:solidFill>
            <a:schemeClr val="bg2">
              <a:lumMod val="5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862552-D1B5-5E44-B840-7196D33125EA}"/>
              </a:ext>
            </a:extLst>
          </p:cNvPr>
          <p:cNvSpPr txBox="1"/>
          <p:nvPr userDrawn="1"/>
        </p:nvSpPr>
        <p:spPr>
          <a:xfrm>
            <a:off x="2459620" y="6003007"/>
            <a:ext cx="2286000" cy="36576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2pPr>
            <a:lvl3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3pPr>
            <a:lvl4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4pPr>
            <a:lvl5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5pPr>
            <a:lvl6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6pPr>
            <a:lvl7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7pPr>
            <a:lvl8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8pPr>
            <a:lvl9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9pPr>
          </a:lstStyle>
          <a:p>
            <a:pPr lvl="0" algn="r"/>
            <a:r>
              <a:rPr lang="en-US" sz="850">
                <a:solidFill>
                  <a:schemeClr val="bg2">
                    <a:lumMod val="50000"/>
                  </a:schemeClr>
                </a:solidFill>
              </a:rPr>
              <a:t>© 2021 Freeman.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6152353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Content: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A525-D615-44E2-A1E7-2427799C9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57200"/>
            <a:ext cx="11091672" cy="5486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CD3270-49FA-48C3-AE91-29832796B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 anchorCtr="0"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1171D-6873-4AFB-A1F7-62A5F92E3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048D4774-0BF2-450E-BABB-F4EE15A71CE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572AF0-20FB-40A3-B496-58248534AE61}"/>
              </a:ext>
            </a:extLst>
          </p:cNvPr>
          <p:cNvCxnSpPr>
            <a:cxnSpLocks/>
          </p:cNvCxnSpPr>
          <p:nvPr userDrawn="1"/>
        </p:nvCxnSpPr>
        <p:spPr>
          <a:xfrm>
            <a:off x="548639" y="1005840"/>
            <a:ext cx="3044952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D60715DE-9B0A-1C4E-BD75-BDD4D02CF3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4413" y="6330143"/>
            <a:ext cx="1188720" cy="22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0772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ACA00E5D-8E76-4BD8-881F-EEBF1306D3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4413" y="6330143"/>
            <a:ext cx="1188720" cy="2281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92964D-C21B-468D-BD72-6CF7E4516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5766"/>
            <a:ext cx="4700254" cy="2846657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8F0DC3-9C68-4982-A1B7-308A9DEC5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3657601"/>
            <a:ext cx="4700254" cy="2400300"/>
          </a:xfrm>
        </p:spPr>
        <p:txBody>
          <a:bodyPr/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 marL="0" indent="0">
              <a:buNone/>
              <a:defRPr sz="1800">
                <a:solidFill>
                  <a:schemeClr val="bg2"/>
                </a:solidFill>
              </a:defRPr>
            </a:lvl2pPr>
            <a:lvl3pPr marL="0" indent="0">
              <a:buNone/>
              <a:defRPr sz="1800">
                <a:solidFill>
                  <a:schemeClr val="bg2"/>
                </a:solidFill>
              </a:defRPr>
            </a:lvl3pPr>
            <a:lvl4pPr marL="0" indent="0">
              <a:buNone/>
              <a:defRPr sz="1800">
                <a:solidFill>
                  <a:schemeClr val="bg2"/>
                </a:solidFill>
              </a:defRPr>
            </a:lvl4pPr>
            <a:lvl5pPr marL="0" indent="0">
              <a:buNone/>
              <a:defRPr sz="1800">
                <a:solidFill>
                  <a:schemeClr val="bg2"/>
                </a:solidFill>
              </a:defRPr>
            </a:lvl5pPr>
            <a:lvl6pPr marL="0" indent="0">
              <a:buNone/>
              <a:defRPr sz="1800">
                <a:solidFill>
                  <a:schemeClr val="bg2"/>
                </a:solidFill>
              </a:defRPr>
            </a:lvl6pPr>
            <a:lvl7pPr marL="0" indent="0">
              <a:buNone/>
              <a:defRPr sz="1800">
                <a:solidFill>
                  <a:schemeClr val="bg2"/>
                </a:solidFill>
              </a:defRPr>
            </a:lvl7pPr>
            <a:lvl8pPr marL="0" indent="0">
              <a:buNone/>
              <a:defRPr sz="1800">
                <a:solidFill>
                  <a:schemeClr val="bg2"/>
                </a:solidFill>
              </a:defRPr>
            </a:lvl8pPr>
            <a:lvl9pPr marL="0" indent="0">
              <a:lnSpc>
                <a:spcPct val="112000"/>
              </a:lnSpc>
              <a:spcBef>
                <a:spcPts val="1000"/>
              </a:spcBef>
              <a:spcAft>
                <a:spcPts val="400"/>
              </a:spcAft>
              <a:buNone/>
              <a:defRPr sz="18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D915F-3786-4E2E-BA94-292970B95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05840" y="6336792"/>
            <a:ext cx="5093208" cy="365125"/>
          </a:xfrm>
        </p:spPr>
        <p:txBody>
          <a:bodyPr anchor="ctr" anchorCtr="0"/>
          <a:lstStyle/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5F8D0-0A39-49B8-A0CB-CACD0D899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048D4774-0BF2-450E-BABB-F4EE15A71CE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C422726-3CDB-4DB2-8B87-C057266CA457}"/>
              </a:ext>
            </a:extLst>
          </p:cNvPr>
          <p:cNvCxnSpPr>
            <a:cxnSpLocks/>
          </p:cNvCxnSpPr>
          <p:nvPr userDrawn="1"/>
        </p:nvCxnSpPr>
        <p:spPr>
          <a:xfrm>
            <a:off x="548639" y="3441279"/>
            <a:ext cx="3044952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89CE3EE-A27F-4B11-BD97-183572D927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73368" y="827905"/>
            <a:ext cx="5276088" cy="5216278"/>
          </a:xfrm>
        </p:spPr>
        <p:txBody>
          <a:bodyPr anchor="ctr" anchorCtr="0"/>
          <a:lstStyle>
            <a:lvl1pPr marL="512064" indent="-512064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517525" indent="0">
              <a:spcBef>
                <a:spcPts val="1000"/>
              </a:spcBef>
              <a:buNone/>
              <a:defRPr sz="1800"/>
            </a:lvl2pPr>
            <a:lvl3pPr marL="740664" indent="-228600">
              <a:spcBef>
                <a:spcPts val="1000"/>
              </a:spcBef>
              <a:buFont typeface="Arial" panose="020B0604020202020204" pitchFamily="34" charset="0"/>
              <a:buChar char="•"/>
              <a:defRPr sz="1800"/>
            </a:lvl3pPr>
            <a:lvl4pPr marL="740664" indent="-228600">
              <a:spcBef>
                <a:spcPts val="1000"/>
              </a:spcBef>
              <a:buFont typeface="Arial" panose="020B0604020202020204" pitchFamily="34" charset="0"/>
              <a:buChar char="•"/>
              <a:defRPr sz="1800"/>
            </a:lvl4pPr>
            <a:lvl5pPr marL="740664" indent="-228600">
              <a:spcBef>
                <a:spcPts val="1000"/>
              </a:spcBef>
              <a:buFont typeface="Arial" panose="020B0604020202020204" pitchFamily="34" charset="0"/>
              <a:buChar char="•"/>
              <a:defRPr sz="1800"/>
            </a:lvl5pPr>
            <a:lvl6pPr marL="740664">
              <a:defRPr sz="1800"/>
            </a:lvl6pPr>
            <a:lvl7pPr marL="740664">
              <a:defRPr sz="1800"/>
            </a:lvl7pPr>
            <a:lvl8pPr marL="740664">
              <a:defRPr/>
            </a:lvl8pPr>
            <a:lvl9pPr marL="740664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57645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3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96FDB-3D3D-4D02-B87E-8399A245B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371600"/>
            <a:ext cx="8686800" cy="468629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4EED1-9317-4266-8447-126C59249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4FAC6-79D2-4D1A-9D3A-8E7721094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fld id="{048D4774-0BF2-450E-BABB-F4EE15A71CE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4B8EDF8-0D95-4DD8-83E0-FA4542CE105C}"/>
              </a:ext>
            </a:extLst>
          </p:cNvPr>
          <p:cNvCxnSpPr>
            <a:cxnSpLocks/>
          </p:cNvCxnSpPr>
          <p:nvPr userDrawn="1"/>
        </p:nvCxnSpPr>
        <p:spPr>
          <a:xfrm>
            <a:off x="548639" y="1005840"/>
            <a:ext cx="3044952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B380F308-8E31-42F9-808C-74282F6A3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57200"/>
            <a:ext cx="8686800" cy="5486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9CC9ECE6-6F03-3E43-B9CB-7A50F2BAA8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4413" y="6330143"/>
            <a:ext cx="1188720" cy="22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4847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: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EB322-F74F-45CE-93A0-1B58EE47D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57200"/>
            <a:ext cx="11091672" cy="5486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96FDB-3D3D-4D02-B87E-8399A245B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371600"/>
            <a:ext cx="11091672" cy="46862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4EED1-9317-4266-8447-126C59249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 anchorCtr="0"/>
          <a:lstStyle/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4FAC6-79D2-4D1A-9D3A-8E7721094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048D4774-0BF2-450E-BABB-F4EE15A71CE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C47C570-EA59-42B0-B21E-16D7C55ADE14}"/>
              </a:ext>
            </a:extLst>
          </p:cNvPr>
          <p:cNvCxnSpPr>
            <a:cxnSpLocks/>
          </p:cNvCxnSpPr>
          <p:nvPr userDrawn="1"/>
        </p:nvCxnSpPr>
        <p:spPr>
          <a:xfrm>
            <a:off x="548639" y="1005840"/>
            <a:ext cx="3044952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461BB202-F48C-0347-B681-27410971D8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4413" y="6330143"/>
            <a:ext cx="1188720" cy="22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2799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ndering w Copy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550F327A-E363-904A-8A02-BA71B2D360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bg2">
              <a:lumMod val="60000"/>
              <a:lumOff val="4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4FAC6-79D2-4D1A-9D3A-8E7721094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8D4774-0BF2-450E-BABB-F4EE15A71CE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DC6BE1-D019-D042-969C-E1F0B1E703FF}"/>
              </a:ext>
            </a:extLst>
          </p:cNvPr>
          <p:cNvSpPr txBox="1"/>
          <p:nvPr userDrawn="1"/>
        </p:nvSpPr>
        <p:spPr>
          <a:xfrm>
            <a:off x="7824175" y="6336792"/>
            <a:ext cx="2286000" cy="36576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2pPr>
            <a:lvl3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3pPr>
            <a:lvl4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4pPr>
            <a:lvl5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5pPr>
            <a:lvl6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6pPr>
            <a:lvl7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7pPr>
            <a:lvl8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8pPr>
            <a:lvl9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9pPr>
          </a:lstStyle>
          <a:p>
            <a:pPr lvl="0" algn="r"/>
            <a:r>
              <a:rPr lang="en-US" sz="800">
                <a:solidFill>
                  <a:schemeClr val="bg1"/>
                </a:solidFill>
              </a:rPr>
              <a:t>© 2021 Freeman. All rights reserved.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3E07A43-6435-4645-81F4-9AF3AAA58A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92912" y="6243317"/>
            <a:ext cx="1344168" cy="393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1905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nderings with Copy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A70B5-188C-4D5F-AD9E-DDEB2D838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57200"/>
            <a:ext cx="8686800" cy="5486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666C95-682B-4977-A829-AE0CAE2D3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 anchorCtr="0"/>
          <a:lstStyle/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4C0C01-A05A-4C34-BAE4-1EE57B0DF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048D4774-0BF2-450E-BABB-F4EE15A71CE8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CFFE560-C86F-4826-A423-3CB9221847D7}"/>
              </a:ext>
            </a:extLst>
          </p:cNvPr>
          <p:cNvCxnSpPr>
            <a:cxnSpLocks/>
          </p:cNvCxnSpPr>
          <p:nvPr userDrawn="1"/>
        </p:nvCxnSpPr>
        <p:spPr>
          <a:xfrm>
            <a:off x="548639" y="1005840"/>
            <a:ext cx="3044952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189FD13-5C6A-5D45-B8C9-0FE5328B02AA}"/>
              </a:ext>
            </a:extLst>
          </p:cNvPr>
          <p:cNvSpPr txBox="1"/>
          <p:nvPr userDrawn="1"/>
        </p:nvSpPr>
        <p:spPr>
          <a:xfrm>
            <a:off x="7824175" y="6336157"/>
            <a:ext cx="2286000" cy="36576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2pPr>
            <a:lvl3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3pPr>
            <a:lvl4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4pPr>
            <a:lvl5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5pPr>
            <a:lvl6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6pPr>
            <a:lvl7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7pPr>
            <a:lvl8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8pPr>
            <a:lvl9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9pPr>
          </a:lstStyle>
          <a:p>
            <a:pPr lvl="0" algn="r"/>
            <a:r>
              <a:rPr lang="en-US" sz="800"/>
              <a:t>© 2021 Freeman. All rights reserved.</a:t>
            </a:r>
          </a:p>
        </p:txBody>
      </p:sp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3F2AB044-0CEF-2944-BC33-FB8E4F27C7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4413" y="6330143"/>
            <a:ext cx="1188720" cy="228130"/>
          </a:xfrm>
          <a:prstGeom prst="rect">
            <a:avLst/>
          </a:prstGeom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7C949A9-EA5A-9640-88E9-C94B6F7A7C2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8639" y="1371601"/>
            <a:ext cx="5435472" cy="4686299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DE2EF3C9-4F90-0E46-A9A0-7B70F827AD3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07891" y="1371600"/>
            <a:ext cx="5455472" cy="46863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7178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 Copy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A70B5-188C-4D5F-AD9E-DDEB2D838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57200"/>
            <a:ext cx="8686800" cy="5486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50A5D6-3DBC-400B-9F42-3B06B6FF8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1371600"/>
            <a:ext cx="8686800" cy="457200"/>
          </a:xfrm>
        </p:spPr>
        <p:txBody>
          <a:bodyPr anchor="t" anchorCtr="0"/>
          <a:lstStyle>
            <a:lvl1pPr marL="0" indent="0">
              <a:buNone/>
              <a:defRPr sz="2000" b="1" i="0">
                <a:solidFill>
                  <a:schemeClr val="accent2"/>
                </a:solidFill>
                <a:latin typeface="Nunito Sans SemiBold" pitchFamily="2" charset="77"/>
              </a:defRPr>
            </a:lvl1pPr>
            <a:lvl2pPr marL="0" indent="0">
              <a:buNone/>
              <a:defRPr sz="2400" b="0">
                <a:solidFill>
                  <a:schemeClr val="accent1"/>
                </a:solidFill>
                <a:latin typeface="+mj-lt"/>
              </a:defRPr>
            </a:lvl2pPr>
            <a:lvl3pPr marL="0" indent="0">
              <a:buNone/>
              <a:defRPr sz="2400" b="0">
                <a:solidFill>
                  <a:schemeClr val="accent1"/>
                </a:solidFill>
                <a:latin typeface="+mj-lt"/>
              </a:defRPr>
            </a:lvl3pPr>
            <a:lvl4pPr marL="0" indent="0">
              <a:buNone/>
              <a:defRPr sz="2400" b="0">
                <a:solidFill>
                  <a:schemeClr val="accent1"/>
                </a:solidFill>
                <a:latin typeface="+mj-lt"/>
              </a:defRPr>
            </a:lvl4pPr>
            <a:lvl5pPr marL="0" indent="0">
              <a:buNone/>
              <a:defRPr sz="2400" b="0">
                <a:solidFill>
                  <a:schemeClr val="accent1"/>
                </a:solidFill>
                <a:latin typeface="+mj-lt"/>
              </a:defRPr>
            </a:lvl5pPr>
            <a:lvl6pPr marL="0" indent="0">
              <a:buNone/>
              <a:defRPr sz="2400" b="0">
                <a:solidFill>
                  <a:schemeClr val="accent1"/>
                </a:solidFill>
                <a:latin typeface="+mj-lt"/>
              </a:defRPr>
            </a:lvl6pPr>
            <a:lvl7pPr marL="0" indent="0">
              <a:buNone/>
              <a:defRPr sz="2400" b="0">
                <a:solidFill>
                  <a:schemeClr val="accent1"/>
                </a:solidFill>
                <a:latin typeface="+mj-lt"/>
              </a:defRPr>
            </a:lvl7pPr>
            <a:lvl8pPr marL="0" indent="0">
              <a:buNone/>
              <a:defRPr sz="2400" b="0">
                <a:solidFill>
                  <a:schemeClr val="accent1"/>
                </a:solidFill>
                <a:latin typeface="+mj-lt"/>
              </a:defRPr>
            </a:lvl8pPr>
            <a:lvl9pPr marL="0" indent="0">
              <a:lnSpc>
                <a:spcPct val="112000"/>
              </a:lnSpc>
              <a:spcBef>
                <a:spcPts val="1000"/>
              </a:spcBef>
              <a:spcAft>
                <a:spcPts val="400"/>
              </a:spcAft>
              <a:buNone/>
              <a:defRPr sz="2400" b="0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A4159D-E48B-481C-A276-5CCB87ECA7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8640" y="1909823"/>
            <a:ext cx="8686800" cy="413436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666C95-682B-4977-A829-AE0CAE2D3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 anchorCtr="0"/>
          <a:lstStyle/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4C0C01-A05A-4C34-BAE4-1EE57B0DF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048D4774-0BF2-450E-BABB-F4EE15A71CE8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CFFE560-C86F-4826-A423-3CB9221847D7}"/>
              </a:ext>
            </a:extLst>
          </p:cNvPr>
          <p:cNvCxnSpPr>
            <a:cxnSpLocks/>
          </p:cNvCxnSpPr>
          <p:nvPr userDrawn="1"/>
        </p:nvCxnSpPr>
        <p:spPr>
          <a:xfrm>
            <a:off x="548639" y="1005840"/>
            <a:ext cx="3044952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189FD13-5C6A-5D45-B8C9-0FE5328B02AA}"/>
              </a:ext>
            </a:extLst>
          </p:cNvPr>
          <p:cNvSpPr txBox="1"/>
          <p:nvPr userDrawn="1"/>
        </p:nvSpPr>
        <p:spPr>
          <a:xfrm>
            <a:off x="7824175" y="6336157"/>
            <a:ext cx="2286000" cy="36576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2pPr>
            <a:lvl3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3pPr>
            <a:lvl4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4pPr>
            <a:lvl5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5pPr>
            <a:lvl6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6pPr>
            <a:lvl7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7pPr>
            <a:lvl8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8pPr>
            <a:lvl9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9pPr>
          </a:lstStyle>
          <a:p>
            <a:pPr lvl="0" algn="r"/>
            <a:r>
              <a:rPr lang="en-US" sz="800"/>
              <a:t>© 2021 Freeman. All rights reserved.</a:t>
            </a:r>
          </a:p>
        </p:txBody>
      </p:sp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3F2AB044-0CEF-2944-BC33-FB8E4F27C7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4413" y="6330143"/>
            <a:ext cx="1188720" cy="22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2611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+Subhead: 3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A70B5-188C-4D5F-AD9E-DDEB2D838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57200"/>
            <a:ext cx="8686800" cy="5486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50A5D6-3DBC-400B-9F42-3B06B6FF8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1371600"/>
            <a:ext cx="8686800" cy="457200"/>
          </a:xfrm>
        </p:spPr>
        <p:txBody>
          <a:bodyPr anchor="t" anchorCtr="0"/>
          <a:lstStyle>
            <a:lvl1pPr marL="0" indent="0">
              <a:buNone/>
              <a:defRPr sz="2000" b="1" i="0">
                <a:solidFill>
                  <a:schemeClr val="accent2"/>
                </a:solidFill>
                <a:latin typeface="Nunito Sans SemiBold" pitchFamily="2" charset="77"/>
              </a:defRPr>
            </a:lvl1pPr>
            <a:lvl2pPr marL="0" indent="0">
              <a:buNone/>
              <a:defRPr sz="2400" b="0">
                <a:solidFill>
                  <a:schemeClr val="accent1"/>
                </a:solidFill>
                <a:latin typeface="+mj-lt"/>
              </a:defRPr>
            </a:lvl2pPr>
            <a:lvl3pPr marL="0" indent="0">
              <a:buNone/>
              <a:defRPr sz="2400" b="0">
                <a:solidFill>
                  <a:schemeClr val="accent1"/>
                </a:solidFill>
                <a:latin typeface="+mj-lt"/>
              </a:defRPr>
            </a:lvl3pPr>
            <a:lvl4pPr marL="0" indent="0">
              <a:buNone/>
              <a:defRPr sz="2400" b="0">
                <a:solidFill>
                  <a:schemeClr val="accent1"/>
                </a:solidFill>
                <a:latin typeface="+mj-lt"/>
              </a:defRPr>
            </a:lvl4pPr>
            <a:lvl5pPr marL="0" indent="0">
              <a:buNone/>
              <a:defRPr sz="2400" b="0">
                <a:solidFill>
                  <a:schemeClr val="accent1"/>
                </a:solidFill>
                <a:latin typeface="+mj-lt"/>
              </a:defRPr>
            </a:lvl5pPr>
            <a:lvl6pPr marL="0" indent="0">
              <a:buNone/>
              <a:defRPr sz="2400" b="0">
                <a:solidFill>
                  <a:schemeClr val="accent1"/>
                </a:solidFill>
                <a:latin typeface="+mj-lt"/>
              </a:defRPr>
            </a:lvl6pPr>
            <a:lvl7pPr marL="0" indent="0">
              <a:buNone/>
              <a:defRPr sz="2400" b="0">
                <a:solidFill>
                  <a:schemeClr val="accent1"/>
                </a:solidFill>
                <a:latin typeface="+mj-lt"/>
              </a:defRPr>
            </a:lvl7pPr>
            <a:lvl8pPr marL="0" indent="0">
              <a:buNone/>
              <a:defRPr sz="2400" b="0">
                <a:solidFill>
                  <a:schemeClr val="accent1"/>
                </a:solidFill>
                <a:latin typeface="+mj-lt"/>
              </a:defRPr>
            </a:lvl8pPr>
            <a:lvl9pPr marL="0" indent="0">
              <a:lnSpc>
                <a:spcPct val="112000"/>
              </a:lnSpc>
              <a:spcBef>
                <a:spcPts val="1000"/>
              </a:spcBef>
              <a:spcAft>
                <a:spcPts val="400"/>
              </a:spcAft>
              <a:buNone/>
              <a:defRPr sz="2400" b="0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A4159D-E48B-481C-A276-5CCB87ECA7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8640" y="1918252"/>
            <a:ext cx="8686800" cy="41259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666C95-682B-4977-A829-AE0CAE2D3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 anchorCtr="0"/>
          <a:lstStyle/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4C0C01-A05A-4C34-BAE4-1EE57B0DF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048D4774-0BF2-450E-BABB-F4EE15A71CE8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CFFE560-C86F-4826-A423-3CB9221847D7}"/>
              </a:ext>
            </a:extLst>
          </p:cNvPr>
          <p:cNvCxnSpPr>
            <a:cxnSpLocks/>
          </p:cNvCxnSpPr>
          <p:nvPr userDrawn="1"/>
        </p:nvCxnSpPr>
        <p:spPr>
          <a:xfrm>
            <a:off x="548639" y="1005840"/>
            <a:ext cx="3044952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1D901375-26F0-484E-9A8D-A5E8C797AF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4413" y="6330143"/>
            <a:ext cx="1188720" cy="22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0894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/2+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EB322-F74F-45CE-93A0-1B58EE47D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57200"/>
            <a:ext cx="11091672" cy="5486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96FDB-3D3D-4D02-B87E-8399A245B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39" y="1371600"/>
            <a:ext cx="5246680" cy="468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4EED1-9317-4266-8447-126C59249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 anchorCtr="0"/>
          <a:lstStyle/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4FAC6-79D2-4D1A-9D3A-8E7721094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048D4774-0BF2-450E-BABB-F4EE15A71CE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D9E9B64-D8D6-40A1-8A5E-45171A34EE2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3633" y="1371600"/>
            <a:ext cx="5246680" cy="468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649B2C3-69BC-4093-A9A2-D04904EA2463}"/>
              </a:ext>
            </a:extLst>
          </p:cNvPr>
          <p:cNvCxnSpPr>
            <a:cxnSpLocks/>
          </p:cNvCxnSpPr>
          <p:nvPr userDrawn="1"/>
        </p:nvCxnSpPr>
        <p:spPr>
          <a:xfrm>
            <a:off x="548639" y="1005840"/>
            <a:ext cx="3044952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EEB470D9-C658-454C-BA18-96E1B27D90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4413" y="6330143"/>
            <a:ext cx="1188720" cy="22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9956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+Subhead: 1/2+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A70B5-188C-4D5F-AD9E-DDEB2D838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57200"/>
            <a:ext cx="11091672" cy="5486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50A5D6-3DBC-400B-9F42-3B06B6FF8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1371600"/>
            <a:ext cx="5303520" cy="457200"/>
          </a:xfrm>
        </p:spPr>
        <p:txBody>
          <a:bodyPr anchor="t" anchorCtr="0"/>
          <a:lstStyle>
            <a:lvl1pPr marL="0" indent="0">
              <a:buNone/>
              <a:defRPr sz="2000" b="1" i="0">
                <a:solidFill>
                  <a:schemeClr val="accent2"/>
                </a:solidFill>
                <a:latin typeface="Nunito Sans SemiBold" pitchFamily="2" charset="77"/>
              </a:defRPr>
            </a:lvl1pPr>
            <a:lvl2pPr marL="0" indent="0">
              <a:buNone/>
              <a:defRPr sz="2400" b="0">
                <a:solidFill>
                  <a:schemeClr val="accent1"/>
                </a:solidFill>
                <a:latin typeface="+mj-lt"/>
              </a:defRPr>
            </a:lvl2pPr>
            <a:lvl3pPr marL="0" indent="0">
              <a:buNone/>
              <a:defRPr sz="2400" b="0">
                <a:solidFill>
                  <a:schemeClr val="accent1"/>
                </a:solidFill>
                <a:latin typeface="+mj-lt"/>
              </a:defRPr>
            </a:lvl3pPr>
            <a:lvl4pPr marL="0" indent="0">
              <a:buNone/>
              <a:defRPr sz="2400" b="0">
                <a:solidFill>
                  <a:schemeClr val="accent1"/>
                </a:solidFill>
                <a:latin typeface="+mj-lt"/>
              </a:defRPr>
            </a:lvl4pPr>
            <a:lvl5pPr marL="0" indent="0">
              <a:buNone/>
              <a:defRPr sz="2400" b="0">
                <a:solidFill>
                  <a:schemeClr val="accent1"/>
                </a:solidFill>
                <a:latin typeface="+mj-lt"/>
              </a:defRPr>
            </a:lvl5pPr>
            <a:lvl6pPr marL="0" indent="0">
              <a:buNone/>
              <a:defRPr sz="2400" b="0">
                <a:solidFill>
                  <a:schemeClr val="accent1"/>
                </a:solidFill>
                <a:latin typeface="+mj-lt"/>
              </a:defRPr>
            </a:lvl6pPr>
            <a:lvl7pPr marL="0" indent="0">
              <a:buNone/>
              <a:defRPr sz="2400" b="0">
                <a:solidFill>
                  <a:schemeClr val="accent1"/>
                </a:solidFill>
                <a:latin typeface="+mj-lt"/>
              </a:defRPr>
            </a:lvl7pPr>
            <a:lvl8pPr marL="0" indent="0">
              <a:buNone/>
              <a:defRPr sz="2400" b="0">
                <a:solidFill>
                  <a:schemeClr val="accent1"/>
                </a:solidFill>
                <a:latin typeface="+mj-lt"/>
              </a:defRPr>
            </a:lvl8pPr>
            <a:lvl9pPr marL="0" indent="0">
              <a:lnSpc>
                <a:spcPct val="112000"/>
              </a:lnSpc>
              <a:spcBef>
                <a:spcPts val="1000"/>
              </a:spcBef>
              <a:spcAft>
                <a:spcPts val="400"/>
              </a:spcAft>
              <a:buNone/>
              <a:defRPr sz="2400" b="0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A4159D-E48B-481C-A276-5CCB87ECA7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8640" y="1909823"/>
            <a:ext cx="5303520" cy="4134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666C95-682B-4977-A829-AE0CAE2D3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 anchorCtr="0"/>
          <a:lstStyle/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4C0C01-A05A-4C34-BAE4-1EE57B0DF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048D4774-0BF2-450E-BABB-F4EE15A71CE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09ABAD7-B407-47FF-AB64-20B5D0E4DD2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359613" y="1371600"/>
            <a:ext cx="5303520" cy="457200"/>
          </a:xfrm>
        </p:spPr>
        <p:txBody>
          <a:bodyPr anchor="t" anchorCtr="0"/>
          <a:lstStyle>
            <a:lvl1pPr marL="0" indent="0">
              <a:buNone/>
              <a:defRPr sz="2000" b="1" i="0">
                <a:solidFill>
                  <a:schemeClr val="accent2"/>
                </a:solidFill>
                <a:latin typeface="Nunito Sans SemiBold" pitchFamily="2" charset="77"/>
              </a:defRPr>
            </a:lvl1pPr>
            <a:lvl2pPr marL="0" indent="0">
              <a:buNone/>
              <a:defRPr sz="2400" b="0">
                <a:solidFill>
                  <a:schemeClr val="accent1"/>
                </a:solidFill>
                <a:latin typeface="+mj-lt"/>
              </a:defRPr>
            </a:lvl2pPr>
            <a:lvl3pPr marL="0" indent="0">
              <a:buNone/>
              <a:defRPr sz="2400" b="0">
                <a:solidFill>
                  <a:schemeClr val="accent1"/>
                </a:solidFill>
                <a:latin typeface="+mj-lt"/>
              </a:defRPr>
            </a:lvl3pPr>
            <a:lvl4pPr marL="0" indent="0">
              <a:buNone/>
              <a:defRPr sz="2400" b="0">
                <a:solidFill>
                  <a:schemeClr val="accent1"/>
                </a:solidFill>
                <a:latin typeface="+mj-lt"/>
              </a:defRPr>
            </a:lvl4pPr>
            <a:lvl5pPr marL="0" indent="0">
              <a:buNone/>
              <a:defRPr sz="2400" b="0">
                <a:solidFill>
                  <a:schemeClr val="accent1"/>
                </a:solidFill>
                <a:latin typeface="+mj-lt"/>
              </a:defRPr>
            </a:lvl5pPr>
            <a:lvl6pPr marL="0" indent="0">
              <a:buNone/>
              <a:defRPr sz="2400" b="0">
                <a:solidFill>
                  <a:schemeClr val="accent1"/>
                </a:solidFill>
                <a:latin typeface="+mj-lt"/>
              </a:defRPr>
            </a:lvl6pPr>
            <a:lvl7pPr marL="0" indent="0">
              <a:buNone/>
              <a:defRPr sz="2400" b="0">
                <a:solidFill>
                  <a:schemeClr val="accent1"/>
                </a:solidFill>
                <a:latin typeface="+mj-lt"/>
              </a:defRPr>
            </a:lvl7pPr>
            <a:lvl8pPr marL="0" indent="0">
              <a:buNone/>
              <a:defRPr sz="2400" b="0">
                <a:solidFill>
                  <a:schemeClr val="accent1"/>
                </a:solidFill>
                <a:latin typeface="+mj-lt"/>
              </a:defRPr>
            </a:lvl8pPr>
            <a:lvl9pPr marL="0" indent="0">
              <a:lnSpc>
                <a:spcPct val="112000"/>
              </a:lnSpc>
              <a:spcBef>
                <a:spcPts val="1000"/>
              </a:spcBef>
              <a:spcAft>
                <a:spcPts val="400"/>
              </a:spcAft>
              <a:buNone/>
              <a:defRPr sz="2400" b="0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ADC78A9-4FA0-476D-A3F5-8519869FF4C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359613" y="1909823"/>
            <a:ext cx="5303520" cy="4134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E6A319D-96F0-4908-9077-3561BD2C9E09}"/>
              </a:ext>
            </a:extLst>
          </p:cNvPr>
          <p:cNvCxnSpPr>
            <a:cxnSpLocks/>
          </p:cNvCxnSpPr>
          <p:nvPr userDrawn="1"/>
        </p:nvCxnSpPr>
        <p:spPr>
          <a:xfrm>
            <a:off x="548639" y="1005840"/>
            <a:ext cx="3044952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Logo&#10;&#10;Description automatically generated">
            <a:extLst>
              <a:ext uri="{FF2B5EF4-FFF2-40B4-BE49-F238E27FC236}">
                <a16:creationId xmlns:a16="http://schemas.microsoft.com/office/drawing/2014/main" id="{9ACF16A9-4867-6A47-95EF-B15FFAE8C6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4413" y="6330143"/>
            <a:ext cx="1188720" cy="22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1731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/3+1/3+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EB322-F74F-45CE-93A0-1B58EE47D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57200"/>
            <a:ext cx="11091672" cy="5486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96FDB-3D3D-4D02-B87E-8399A245B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39" y="1371600"/>
            <a:ext cx="3474720" cy="46863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4EED1-9317-4266-8447-126C59249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 anchorCtr="0"/>
          <a:lstStyle/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4FAC6-79D2-4D1A-9D3A-8E7721094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048D4774-0BF2-450E-BABB-F4EE15A71CE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D9E9B64-D8D6-40A1-8A5E-45171A34EE2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68526" y="1371600"/>
            <a:ext cx="3474720" cy="46863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32CEDD91-6D93-40F0-9D01-2A4E7E88A2B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88413" y="1371600"/>
            <a:ext cx="3474720" cy="46863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1C6F1BD-6552-48AD-BE83-24A55DDE070D}"/>
              </a:ext>
            </a:extLst>
          </p:cNvPr>
          <p:cNvCxnSpPr>
            <a:cxnSpLocks/>
          </p:cNvCxnSpPr>
          <p:nvPr userDrawn="1"/>
        </p:nvCxnSpPr>
        <p:spPr>
          <a:xfrm>
            <a:off x="548639" y="1005840"/>
            <a:ext cx="3044952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Logo&#10;&#10;Description automatically generated">
            <a:extLst>
              <a:ext uri="{FF2B5EF4-FFF2-40B4-BE49-F238E27FC236}">
                <a16:creationId xmlns:a16="http://schemas.microsoft.com/office/drawing/2014/main" id="{EA57E8C6-6098-F846-BB2E-929612E4CB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4413" y="6330143"/>
            <a:ext cx="1188720" cy="22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4591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+Subhead: 1/3+1/3+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A70B5-188C-4D5F-AD9E-DDEB2D838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57200"/>
            <a:ext cx="11091672" cy="5486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50A5D6-3DBC-400B-9F42-3B06B6FF8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39" y="1371600"/>
            <a:ext cx="3444625" cy="457200"/>
          </a:xfrm>
        </p:spPr>
        <p:txBody>
          <a:bodyPr anchor="t" anchorCtr="0"/>
          <a:lstStyle>
            <a:lvl1pPr marL="0" indent="0">
              <a:buNone/>
              <a:defRPr sz="2000" b="0">
                <a:solidFill>
                  <a:schemeClr val="accent1"/>
                </a:solidFill>
                <a:latin typeface="+mj-lt"/>
              </a:defRPr>
            </a:lvl1pPr>
            <a:lvl2pPr marL="0" indent="0">
              <a:buNone/>
              <a:defRPr sz="2000" b="0">
                <a:solidFill>
                  <a:schemeClr val="accent1"/>
                </a:solidFill>
                <a:latin typeface="+mj-lt"/>
              </a:defRPr>
            </a:lvl2pPr>
            <a:lvl3pPr marL="0" indent="0">
              <a:buNone/>
              <a:defRPr sz="2000" b="0">
                <a:solidFill>
                  <a:schemeClr val="accent1"/>
                </a:solidFill>
                <a:latin typeface="+mj-lt"/>
              </a:defRPr>
            </a:lvl3pPr>
            <a:lvl4pPr marL="0" indent="0">
              <a:buNone/>
              <a:defRPr sz="2000" b="0">
                <a:solidFill>
                  <a:schemeClr val="accent1"/>
                </a:solidFill>
                <a:latin typeface="+mj-lt"/>
              </a:defRPr>
            </a:lvl4pPr>
            <a:lvl5pPr marL="0" indent="0">
              <a:buNone/>
              <a:defRPr sz="2000" b="0">
                <a:solidFill>
                  <a:schemeClr val="accent1"/>
                </a:solidFill>
                <a:latin typeface="+mj-lt"/>
              </a:defRPr>
            </a:lvl5pPr>
            <a:lvl6pPr marL="0" indent="0">
              <a:buNone/>
              <a:defRPr sz="2000" b="0">
                <a:solidFill>
                  <a:schemeClr val="accent1"/>
                </a:solidFill>
                <a:latin typeface="+mj-lt"/>
              </a:defRPr>
            </a:lvl6pPr>
            <a:lvl7pPr marL="0" indent="0">
              <a:buNone/>
              <a:defRPr sz="2000" b="0">
                <a:solidFill>
                  <a:schemeClr val="accent1"/>
                </a:solidFill>
                <a:latin typeface="+mj-lt"/>
              </a:defRPr>
            </a:lvl7pPr>
            <a:lvl8pPr marL="0" indent="0">
              <a:buNone/>
              <a:defRPr sz="2000" b="0">
                <a:solidFill>
                  <a:schemeClr val="accent1"/>
                </a:solidFill>
                <a:latin typeface="+mj-lt"/>
              </a:defRPr>
            </a:lvl8pPr>
            <a:lvl9pPr marL="0" indent="0">
              <a:lnSpc>
                <a:spcPct val="112000"/>
              </a:lnSpc>
              <a:spcBef>
                <a:spcPts val="1000"/>
              </a:spcBef>
              <a:spcAft>
                <a:spcPts val="400"/>
              </a:spcAft>
              <a:buNone/>
              <a:defRPr sz="2000" b="0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A4159D-E48B-481C-A276-5CCB87ECA7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8640" y="1828800"/>
            <a:ext cx="3444626" cy="4215384"/>
          </a:xfr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666C95-682B-4977-A829-AE0CAE2D3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 anchorCtr="0"/>
          <a:lstStyle/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4C0C01-A05A-4C34-BAE4-1EE57B0DF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048D4774-0BF2-450E-BABB-F4EE15A71CE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09ABAD7-B407-47FF-AB64-20B5D0E4DD2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372163" y="1371600"/>
            <a:ext cx="3444625" cy="457200"/>
          </a:xfrm>
        </p:spPr>
        <p:txBody>
          <a:bodyPr anchor="t" anchorCtr="0"/>
          <a:lstStyle>
            <a:lvl1pPr marL="0" indent="0">
              <a:buNone/>
              <a:defRPr sz="2000" b="0">
                <a:solidFill>
                  <a:schemeClr val="accent1"/>
                </a:solidFill>
                <a:latin typeface="+mj-lt"/>
              </a:defRPr>
            </a:lvl1pPr>
            <a:lvl2pPr marL="0" indent="0">
              <a:buNone/>
              <a:defRPr sz="2000" b="0">
                <a:solidFill>
                  <a:schemeClr val="accent1"/>
                </a:solidFill>
                <a:latin typeface="+mj-lt"/>
              </a:defRPr>
            </a:lvl2pPr>
            <a:lvl3pPr marL="0" indent="0">
              <a:buNone/>
              <a:defRPr sz="2000" b="0">
                <a:solidFill>
                  <a:schemeClr val="accent1"/>
                </a:solidFill>
                <a:latin typeface="+mj-lt"/>
              </a:defRPr>
            </a:lvl3pPr>
            <a:lvl4pPr marL="0" indent="0">
              <a:buNone/>
              <a:defRPr sz="2000" b="0">
                <a:solidFill>
                  <a:schemeClr val="accent1"/>
                </a:solidFill>
                <a:latin typeface="+mj-lt"/>
              </a:defRPr>
            </a:lvl4pPr>
            <a:lvl5pPr marL="0" indent="0">
              <a:buNone/>
              <a:defRPr sz="2000" b="0">
                <a:solidFill>
                  <a:schemeClr val="accent1"/>
                </a:solidFill>
                <a:latin typeface="+mj-lt"/>
              </a:defRPr>
            </a:lvl5pPr>
            <a:lvl6pPr marL="0" indent="0">
              <a:buNone/>
              <a:defRPr sz="2000" b="0">
                <a:solidFill>
                  <a:schemeClr val="accent1"/>
                </a:solidFill>
                <a:latin typeface="+mj-lt"/>
              </a:defRPr>
            </a:lvl6pPr>
            <a:lvl7pPr marL="0" indent="0">
              <a:buNone/>
              <a:defRPr sz="2000" b="0">
                <a:solidFill>
                  <a:schemeClr val="accent1"/>
                </a:solidFill>
                <a:latin typeface="+mj-lt"/>
              </a:defRPr>
            </a:lvl7pPr>
            <a:lvl8pPr marL="0" indent="0">
              <a:buNone/>
              <a:defRPr sz="2000" b="0">
                <a:solidFill>
                  <a:schemeClr val="accent1"/>
                </a:solidFill>
                <a:latin typeface="+mj-lt"/>
              </a:defRPr>
            </a:lvl8pPr>
            <a:lvl9pPr marL="0" indent="0">
              <a:lnSpc>
                <a:spcPct val="112000"/>
              </a:lnSpc>
              <a:spcBef>
                <a:spcPts val="1000"/>
              </a:spcBef>
              <a:spcAft>
                <a:spcPts val="400"/>
              </a:spcAft>
              <a:buNone/>
              <a:defRPr sz="2000" b="0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ADC78A9-4FA0-476D-A3F5-8519869FF4C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372163" y="1828800"/>
            <a:ext cx="3444626" cy="4215384"/>
          </a:xfr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3C91F7FA-FEC0-4173-92FB-5B93706BF4EF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8195686" y="1371600"/>
            <a:ext cx="3444626" cy="457200"/>
          </a:xfrm>
        </p:spPr>
        <p:txBody>
          <a:bodyPr anchor="t" anchorCtr="0"/>
          <a:lstStyle>
            <a:lvl1pPr marL="0" indent="0">
              <a:buNone/>
              <a:defRPr sz="2000" b="0">
                <a:solidFill>
                  <a:schemeClr val="accent1"/>
                </a:solidFill>
                <a:latin typeface="+mj-lt"/>
              </a:defRPr>
            </a:lvl1pPr>
            <a:lvl2pPr marL="0" indent="0">
              <a:buNone/>
              <a:defRPr sz="2000" b="0">
                <a:solidFill>
                  <a:schemeClr val="accent1"/>
                </a:solidFill>
                <a:latin typeface="+mj-lt"/>
              </a:defRPr>
            </a:lvl2pPr>
            <a:lvl3pPr marL="0" indent="0">
              <a:buNone/>
              <a:defRPr sz="2000" b="0">
                <a:solidFill>
                  <a:schemeClr val="accent1"/>
                </a:solidFill>
                <a:latin typeface="+mj-lt"/>
              </a:defRPr>
            </a:lvl3pPr>
            <a:lvl4pPr marL="0" indent="0">
              <a:buNone/>
              <a:defRPr sz="2000" b="0">
                <a:solidFill>
                  <a:schemeClr val="accent1"/>
                </a:solidFill>
                <a:latin typeface="+mj-lt"/>
              </a:defRPr>
            </a:lvl4pPr>
            <a:lvl5pPr marL="0" indent="0">
              <a:buNone/>
              <a:defRPr sz="2000" b="0">
                <a:solidFill>
                  <a:schemeClr val="accent1"/>
                </a:solidFill>
                <a:latin typeface="+mj-lt"/>
              </a:defRPr>
            </a:lvl5pPr>
            <a:lvl6pPr marL="0" indent="0">
              <a:buNone/>
              <a:defRPr sz="2000" b="0">
                <a:solidFill>
                  <a:schemeClr val="accent1"/>
                </a:solidFill>
                <a:latin typeface="+mj-lt"/>
              </a:defRPr>
            </a:lvl6pPr>
            <a:lvl7pPr marL="0" indent="0">
              <a:buNone/>
              <a:defRPr sz="2000" b="0">
                <a:solidFill>
                  <a:schemeClr val="accent1"/>
                </a:solidFill>
                <a:latin typeface="+mj-lt"/>
              </a:defRPr>
            </a:lvl7pPr>
            <a:lvl8pPr marL="0" indent="0">
              <a:buNone/>
              <a:defRPr sz="2000" b="0">
                <a:solidFill>
                  <a:schemeClr val="accent1"/>
                </a:solidFill>
                <a:latin typeface="+mj-lt"/>
              </a:defRPr>
            </a:lvl8pPr>
            <a:lvl9pPr marL="0" indent="0">
              <a:lnSpc>
                <a:spcPct val="112000"/>
              </a:lnSpc>
              <a:spcBef>
                <a:spcPts val="1000"/>
              </a:spcBef>
              <a:spcAft>
                <a:spcPts val="400"/>
              </a:spcAft>
              <a:buNone/>
              <a:defRPr sz="2000" b="0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FF1CA36A-CFE7-4D7E-BCA2-99F2768CB522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195686" y="1828800"/>
            <a:ext cx="3444626" cy="4215384"/>
          </a:xfr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1A6B0FB-1B52-4921-A789-E7C5527FC9BB}"/>
              </a:ext>
            </a:extLst>
          </p:cNvPr>
          <p:cNvCxnSpPr>
            <a:cxnSpLocks/>
          </p:cNvCxnSpPr>
          <p:nvPr userDrawn="1"/>
        </p:nvCxnSpPr>
        <p:spPr>
          <a:xfrm>
            <a:off x="548639" y="1005840"/>
            <a:ext cx="3044952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Logo&#10;&#10;Description automatically generated">
            <a:extLst>
              <a:ext uri="{FF2B5EF4-FFF2-40B4-BE49-F238E27FC236}">
                <a16:creationId xmlns:a16="http://schemas.microsoft.com/office/drawing/2014/main" id="{84B414DB-4A47-C24B-A860-1319752DC0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4413" y="6330143"/>
            <a:ext cx="1188720" cy="22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69335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: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A525-D615-44E2-A1E7-2427799C9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57200"/>
            <a:ext cx="11091672" cy="5486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CD3270-49FA-48C3-AE91-29832796B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 anchorCtr="0"/>
          <a:lstStyle/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1171D-6873-4AFB-A1F7-62A5F92E3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048D4774-0BF2-450E-BABB-F4EE15A71CE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572AF0-20FB-40A3-B496-58248534AE61}"/>
              </a:ext>
            </a:extLst>
          </p:cNvPr>
          <p:cNvCxnSpPr>
            <a:cxnSpLocks/>
          </p:cNvCxnSpPr>
          <p:nvPr userDrawn="1"/>
        </p:nvCxnSpPr>
        <p:spPr>
          <a:xfrm>
            <a:off x="548639" y="1005840"/>
            <a:ext cx="3044952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D60715DE-9B0A-1C4E-BD75-BDD4D02CF3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4413" y="6330143"/>
            <a:ext cx="1188720" cy="22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52623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 Headline no blu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A525-D615-44E2-A1E7-2427799C9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57200"/>
            <a:ext cx="11091672" cy="5486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CD3270-49FA-48C3-AE91-29832796B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 anchorCtr="0"/>
          <a:lstStyle/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1171D-6873-4AFB-A1F7-62A5F92E3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048D4774-0BF2-450E-BABB-F4EE15A71CE8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D60715DE-9B0A-1C4E-BD75-BDD4D02CF3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4413" y="6330143"/>
            <a:ext cx="1188720" cy="22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39402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23251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Caret 3 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A70B5-188C-4D5F-AD9E-DDEB2D838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57200"/>
            <a:ext cx="4473987" cy="548640"/>
          </a:xfrm>
        </p:spPr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666C95-682B-4977-A829-AE0CAE2D3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 anchorCtr="0"/>
          <a:lstStyle/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4C0C01-A05A-4C34-BAE4-1EE57B0DF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048D4774-0BF2-450E-BABB-F4EE15A71CE8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CFFE560-C86F-4826-A423-3CB9221847D7}"/>
              </a:ext>
            </a:extLst>
          </p:cNvPr>
          <p:cNvCxnSpPr>
            <a:cxnSpLocks/>
          </p:cNvCxnSpPr>
          <p:nvPr userDrawn="1"/>
        </p:nvCxnSpPr>
        <p:spPr>
          <a:xfrm>
            <a:off x="548639" y="1005840"/>
            <a:ext cx="3044952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189FD13-5C6A-5D45-B8C9-0FE5328B02AA}"/>
              </a:ext>
            </a:extLst>
          </p:cNvPr>
          <p:cNvSpPr txBox="1"/>
          <p:nvPr userDrawn="1"/>
        </p:nvSpPr>
        <p:spPr>
          <a:xfrm>
            <a:off x="6289648" y="6336157"/>
            <a:ext cx="2286000" cy="36576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2pPr>
            <a:lvl3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3pPr>
            <a:lvl4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4pPr>
            <a:lvl5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5pPr>
            <a:lvl6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6pPr>
            <a:lvl7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7pPr>
            <a:lvl8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8pPr>
            <a:lvl9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9pPr>
          </a:lstStyle>
          <a:p>
            <a:pPr lvl="0" algn="r"/>
            <a:r>
              <a:rPr lang="en-US" sz="800"/>
              <a:t>© 2021 Freeman. All rights reserved.</a:t>
            </a:r>
          </a:p>
        </p:txBody>
      </p:sp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3F2AB044-0CEF-2944-BC33-FB8E4F27C7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4413" y="6330143"/>
            <a:ext cx="1188720" cy="22813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93B3D4-BF65-FD4F-88F3-6A1B5A22281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9275" y="1343025"/>
            <a:ext cx="4473987" cy="47148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75074E2-7CA2-3A47-9669-9CAB4B1DA6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21432" y="3744315"/>
            <a:ext cx="3254216" cy="2313585"/>
          </a:xfrm>
        </p:spPr>
        <p:txBody>
          <a:bodyPr/>
          <a:lstStyle>
            <a:lvl1pPr marL="0" indent="0">
              <a:spcAft>
                <a:spcPts val="800"/>
              </a:spcAft>
              <a:buNone/>
              <a:defRPr sz="1200"/>
            </a:lvl1pPr>
            <a:lvl2pPr marL="0" indent="0">
              <a:spcAft>
                <a:spcPts val="800"/>
              </a:spcAft>
              <a:buNone/>
              <a:defRPr sz="1200"/>
            </a:lvl2pPr>
            <a:lvl3pPr marL="344488" indent="0">
              <a:spcAft>
                <a:spcPts val="800"/>
              </a:spcAft>
              <a:buNone/>
              <a:defRPr sz="1200"/>
            </a:lvl3pPr>
            <a:lvl4pPr marL="685800" indent="0">
              <a:spcAft>
                <a:spcPts val="800"/>
              </a:spcAft>
              <a:buNone/>
              <a:defRPr sz="1200"/>
            </a:lvl4pPr>
            <a:lvl5pPr marL="685800" indent="0">
              <a:spcAft>
                <a:spcPts val="800"/>
              </a:spcAft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6116B8F3-C413-F34E-B350-02EFF205188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332730" y="0"/>
            <a:ext cx="3429000" cy="3429000"/>
          </a:xfrm>
          <a:solidFill>
            <a:schemeClr val="bg2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6EAA1143-F7A9-4348-8A4A-8990223FCA5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766248" y="0"/>
            <a:ext cx="3429000" cy="3429000"/>
          </a:xfrm>
          <a:solidFill>
            <a:schemeClr val="bg2">
              <a:lumMod val="5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1BACC3E5-7ACD-5242-9A6C-7CBE240FA66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766248" y="3431565"/>
            <a:ext cx="3429000" cy="3429000"/>
          </a:xfrm>
          <a:solidFill>
            <a:schemeClr val="bg2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2668962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Care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A70B5-188C-4D5F-AD9E-DDEB2D838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57200"/>
            <a:ext cx="4427148" cy="548640"/>
          </a:xfrm>
        </p:spPr>
        <p:txBody>
          <a:bodyPr/>
          <a:lstStyle/>
          <a:p>
            <a:r>
              <a:rPr lang="en-US"/>
              <a:t>Click to edit Master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666C95-682B-4977-A829-AE0CAE2D3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 anchorCtr="0"/>
          <a:lstStyle/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4C0C01-A05A-4C34-BAE4-1EE57B0DF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048D4774-0BF2-450E-BABB-F4EE15A71CE8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CFFE560-C86F-4826-A423-3CB9221847D7}"/>
              </a:ext>
            </a:extLst>
          </p:cNvPr>
          <p:cNvCxnSpPr>
            <a:cxnSpLocks/>
          </p:cNvCxnSpPr>
          <p:nvPr userDrawn="1"/>
        </p:nvCxnSpPr>
        <p:spPr>
          <a:xfrm>
            <a:off x="548639" y="1005840"/>
            <a:ext cx="3044952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189FD13-5C6A-5D45-B8C9-0FE5328B02AA}"/>
              </a:ext>
            </a:extLst>
          </p:cNvPr>
          <p:cNvSpPr txBox="1"/>
          <p:nvPr userDrawn="1"/>
        </p:nvSpPr>
        <p:spPr>
          <a:xfrm>
            <a:off x="7824175" y="6336157"/>
            <a:ext cx="2286000" cy="36576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2pPr>
            <a:lvl3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3pPr>
            <a:lvl4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4pPr>
            <a:lvl5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5pPr>
            <a:lvl6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6pPr>
            <a:lvl7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7pPr>
            <a:lvl8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8pPr>
            <a:lvl9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9pPr>
          </a:lstStyle>
          <a:p>
            <a:pPr lvl="0" algn="r"/>
            <a:r>
              <a:rPr lang="en-US" sz="800"/>
              <a:t>© 2021 Freeman. All rights reserved.</a:t>
            </a:r>
          </a:p>
        </p:txBody>
      </p:sp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3F2AB044-0CEF-2944-BC33-FB8E4F27C7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4413" y="6330143"/>
            <a:ext cx="1188720" cy="22813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93B3D4-BF65-FD4F-88F3-6A1B5A22281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9275" y="1343025"/>
            <a:ext cx="4426485" cy="47148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6D276A27-1206-B840-8AB2-5DD56B54D9D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26380" y="0"/>
            <a:ext cx="6868868" cy="6868868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A0741B-CDD1-B14A-9162-CA7932781415}"/>
              </a:ext>
            </a:extLst>
          </p:cNvPr>
          <p:cNvSpPr/>
          <p:nvPr userDrawn="1"/>
        </p:nvSpPr>
        <p:spPr>
          <a:xfrm>
            <a:off x="5243332" y="3439867"/>
            <a:ext cx="3512048" cy="3429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9551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s: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A70B5-188C-4D5F-AD9E-DDEB2D838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57200"/>
            <a:ext cx="4427148" cy="548640"/>
          </a:xfrm>
        </p:spPr>
        <p:txBody>
          <a:bodyPr/>
          <a:lstStyle/>
          <a:p>
            <a:r>
              <a:rPr lang="en-US"/>
              <a:t>Click to edit Master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666C95-682B-4977-A829-AE0CAE2D3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 anchorCtr="0"/>
          <a:lstStyle/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4C0C01-A05A-4C34-BAE4-1EE57B0DF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048D4774-0BF2-450E-BABB-F4EE15A71CE8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CFFE560-C86F-4826-A423-3CB9221847D7}"/>
              </a:ext>
            </a:extLst>
          </p:cNvPr>
          <p:cNvCxnSpPr>
            <a:cxnSpLocks/>
          </p:cNvCxnSpPr>
          <p:nvPr userDrawn="1"/>
        </p:nvCxnSpPr>
        <p:spPr>
          <a:xfrm>
            <a:off x="548639" y="1005840"/>
            <a:ext cx="3044952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189FD13-5C6A-5D45-B8C9-0FE5328B02AA}"/>
              </a:ext>
            </a:extLst>
          </p:cNvPr>
          <p:cNvSpPr txBox="1"/>
          <p:nvPr userDrawn="1"/>
        </p:nvSpPr>
        <p:spPr>
          <a:xfrm>
            <a:off x="7824175" y="6336157"/>
            <a:ext cx="2286000" cy="36576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2pPr>
            <a:lvl3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3pPr>
            <a:lvl4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4pPr>
            <a:lvl5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5pPr>
            <a:lvl6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6pPr>
            <a:lvl7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7pPr>
            <a:lvl8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8pPr>
            <a:lvl9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9pPr>
          </a:lstStyle>
          <a:p>
            <a:pPr lvl="0" algn="r"/>
            <a:r>
              <a:rPr lang="en-US" sz="800"/>
              <a:t>© 2021 Freeman. All rights reserved.</a:t>
            </a:r>
          </a:p>
        </p:txBody>
      </p:sp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3F2AB044-0CEF-2944-BC33-FB8E4F27C7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4413" y="6330143"/>
            <a:ext cx="1188720" cy="228130"/>
          </a:xfrm>
          <a:prstGeom prst="rect">
            <a:avLst/>
          </a:prstGeom>
        </p:spPr>
      </p:pic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478497B5-9710-664D-90DB-EB8FEAD4EB0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89904" cy="68580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825755EF-796D-3B4E-B721-936661BD755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7567" y="0"/>
            <a:ext cx="6089904" cy="68580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FF17FC-AF6E-954C-9D9C-22A3C0111C8D}"/>
              </a:ext>
            </a:extLst>
          </p:cNvPr>
          <p:cNvSpPr txBox="1"/>
          <p:nvPr userDrawn="1"/>
        </p:nvSpPr>
        <p:spPr>
          <a:xfrm>
            <a:off x="7824175" y="6336792"/>
            <a:ext cx="2286000" cy="36576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2pPr>
            <a:lvl3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3pPr>
            <a:lvl4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4pPr>
            <a:lvl5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5pPr>
            <a:lvl6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6pPr>
            <a:lvl7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7pPr>
            <a:lvl8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8pPr>
            <a:lvl9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9pPr>
          </a:lstStyle>
          <a:p>
            <a:pPr lvl="0" algn="r"/>
            <a:r>
              <a:rPr lang="en-US" sz="800">
                <a:solidFill>
                  <a:schemeClr val="bg1"/>
                </a:solidFill>
              </a:rPr>
              <a:t>© 2021 Freeman. All rights reserved.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6660B69-0A70-EC48-A94B-6A4F8FDC822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92912" y="6243317"/>
            <a:ext cx="1344168" cy="393746"/>
          </a:xfrm>
          <a:prstGeom prst="rect">
            <a:avLst/>
          </a:prstGeom>
        </p:spPr>
      </p:pic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352E6AF5-B7B3-DC4D-9B1C-41F5B72B4E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4114800"/>
            <a:ext cx="2743200" cy="2743200"/>
          </a:xfrm>
          <a:solidFill>
            <a:schemeClr val="bg1"/>
          </a:solidFill>
          <a:ln>
            <a:noFill/>
          </a:ln>
        </p:spPr>
        <p:txBody>
          <a:bodyPr lIns="274320" tIns="274320"/>
          <a:lstStyle>
            <a:lvl1pPr>
              <a:spcAft>
                <a:spcPts val="0"/>
              </a:spcAft>
              <a:defRPr sz="1200" b="1" i="0">
                <a:latin typeface="Nunito Sans" pitchFamily="2" charset="77"/>
              </a:defRPr>
            </a:lvl1pPr>
            <a:lvl2pPr marL="0" indent="0">
              <a:buNone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callout</a:t>
            </a:r>
          </a:p>
          <a:p>
            <a:pPr lvl="1"/>
            <a:r>
              <a:rPr lang="en-US"/>
              <a:t>Click to edit content</a:t>
            </a:r>
          </a:p>
        </p:txBody>
      </p:sp>
    </p:spTree>
    <p:extLst>
      <p:ext uri="{BB962C8B-B14F-4D97-AF65-F5344CB8AC3E}">
        <p14:creationId xmlns:p14="http://schemas.microsoft.com/office/powerpoint/2010/main" val="426891214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s: 4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A70B5-188C-4D5F-AD9E-DDEB2D838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57200"/>
            <a:ext cx="4427148" cy="548640"/>
          </a:xfrm>
        </p:spPr>
        <p:txBody>
          <a:bodyPr/>
          <a:lstStyle/>
          <a:p>
            <a:r>
              <a:rPr lang="en-US"/>
              <a:t>Click to edit Master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CFFE560-C86F-4826-A423-3CB9221847D7}"/>
              </a:ext>
            </a:extLst>
          </p:cNvPr>
          <p:cNvCxnSpPr>
            <a:cxnSpLocks/>
          </p:cNvCxnSpPr>
          <p:nvPr userDrawn="1"/>
        </p:nvCxnSpPr>
        <p:spPr>
          <a:xfrm>
            <a:off x="548639" y="1005840"/>
            <a:ext cx="3044952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189FD13-5C6A-5D45-B8C9-0FE5328B02AA}"/>
              </a:ext>
            </a:extLst>
          </p:cNvPr>
          <p:cNvSpPr txBox="1"/>
          <p:nvPr userDrawn="1"/>
        </p:nvSpPr>
        <p:spPr>
          <a:xfrm>
            <a:off x="7824175" y="6336157"/>
            <a:ext cx="2286000" cy="36576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2pPr>
            <a:lvl3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3pPr>
            <a:lvl4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4pPr>
            <a:lvl5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5pPr>
            <a:lvl6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6pPr>
            <a:lvl7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7pPr>
            <a:lvl8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8pPr>
            <a:lvl9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9pPr>
          </a:lstStyle>
          <a:p>
            <a:pPr lvl="0" algn="r"/>
            <a:r>
              <a:rPr lang="en-US" sz="800"/>
              <a:t>© 2021 Freeman. All rights reserved.</a:t>
            </a:r>
          </a:p>
        </p:txBody>
      </p:sp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3F2AB044-0CEF-2944-BC33-FB8E4F27C7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4413" y="6330143"/>
            <a:ext cx="1188720" cy="228130"/>
          </a:xfrm>
          <a:prstGeom prst="rect">
            <a:avLst/>
          </a:prstGeom>
        </p:spPr>
      </p:pic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478497B5-9710-664D-90DB-EB8FEAD4EB0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99048" cy="34290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825755EF-796D-3B4E-B721-936661BD755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03917" y="0"/>
            <a:ext cx="6099048" cy="34290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FF17FC-AF6E-954C-9D9C-22A3C0111C8D}"/>
              </a:ext>
            </a:extLst>
          </p:cNvPr>
          <p:cNvSpPr txBox="1"/>
          <p:nvPr userDrawn="1"/>
        </p:nvSpPr>
        <p:spPr>
          <a:xfrm>
            <a:off x="7824175" y="6336792"/>
            <a:ext cx="2286000" cy="36576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2pPr>
            <a:lvl3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3pPr>
            <a:lvl4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4pPr>
            <a:lvl5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5pPr>
            <a:lvl6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6pPr>
            <a:lvl7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7pPr>
            <a:lvl8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8pPr>
            <a:lvl9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9pPr>
          </a:lstStyle>
          <a:p>
            <a:pPr lvl="0" algn="r"/>
            <a:r>
              <a:rPr lang="en-US" sz="800">
                <a:solidFill>
                  <a:schemeClr val="bg1"/>
                </a:solidFill>
              </a:rPr>
              <a:t>© 2021 Freeman. All rights reserved.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6660B69-0A70-EC48-A94B-6A4F8FDC822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92912" y="6243317"/>
            <a:ext cx="1344168" cy="393746"/>
          </a:xfrm>
          <a:prstGeom prst="rect">
            <a:avLst/>
          </a:prstGeom>
        </p:spPr>
      </p:pic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730C40B8-319E-4F45-B996-147CEB6A2E4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03917" y="3431969"/>
            <a:ext cx="6099048" cy="34290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837C8454-FCA3-EE4D-B91A-21DFE784DA9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3431969"/>
            <a:ext cx="6099048" cy="34290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86E73C-2EF4-3E47-ACFC-859741CF49B4}"/>
              </a:ext>
            </a:extLst>
          </p:cNvPr>
          <p:cNvSpPr txBox="1"/>
          <p:nvPr userDrawn="1"/>
        </p:nvSpPr>
        <p:spPr>
          <a:xfrm>
            <a:off x="7830172" y="6331398"/>
            <a:ext cx="2286000" cy="36576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2pPr>
            <a:lvl3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3pPr>
            <a:lvl4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4pPr>
            <a:lvl5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5pPr>
            <a:lvl6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6pPr>
            <a:lvl7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7pPr>
            <a:lvl8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8pPr>
            <a:lvl9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9pPr>
          </a:lstStyle>
          <a:p>
            <a:pPr lvl="0" algn="r"/>
            <a:r>
              <a:rPr lang="en-US" sz="800">
                <a:solidFill>
                  <a:schemeClr val="bg1"/>
                </a:solidFill>
              </a:rPr>
              <a:t>© 2021 Freeman. All rights reserved.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0B1A9A3-3913-124F-AC46-7E08C65F265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98909" y="6237923"/>
            <a:ext cx="1344168" cy="393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30091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A70B5-188C-4D5F-AD9E-DDEB2D838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57200"/>
            <a:ext cx="11091672" cy="5486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50A5D6-3DBC-400B-9F42-3B06B6FF8CA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8640" y="3048408"/>
            <a:ext cx="2359152" cy="291599"/>
          </a:xfrm>
        </p:spPr>
        <p:txBody>
          <a:bodyPr anchor="t" anchorCtr="0"/>
          <a:lstStyle>
            <a:lvl1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1pPr>
            <a:lvl2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2pPr>
            <a:lvl3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3pPr>
            <a:lvl4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4pPr>
            <a:lvl5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5pPr>
            <a:lvl6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6pPr>
            <a:lvl7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7pPr>
            <a:lvl8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8pPr>
            <a:lvl9pPr marL="0" indent="0">
              <a:lnSpc>
                <a:spcPct val="112000"/>
              </a:lnSpc>
              <a:spcBef>
                <a:spcPts val="1000"/>
              </a:spcBef>
              <a:spcAft>
                <a:spcPts val="400"/>
              </a:spcAft>
              <a:buNone/>
              <a:defRPr sz="1600" b="0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US"/>
              <a:t>Click to edit name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666C95-682B-4977-A829-AE0CAE2D3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 anchorCtr="0"/>
          <a:lstStyle/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4C0C01-A05A-4C34-BAE4-1EE57B0DF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048D4774-0BF2-450E-BABB-F4EE15A71CE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7DE7890-1AE4-4B75-AF2A-D3B756A5672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48640" y="1372824"/>
            <a:ext cx="1600200" cy="1600200"/>
          </a:xfrm>
        </p:spPr>
        <p:txBody>
          <a:bodyPr anchor="ctr" anchorCtr="1"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CCD6E7D-E143-44FE-A238-25980C5AE71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8640" y="3415390"/>
            <a:ext cx="2359152" cy="2642509"/>
          </a:xfrm>
        </p:spPr>
        <p:txBody>
          <a:bodyPr/>
          <a:lstStyle>
            <a:lvl1pPr>
              <a:spcBef>
                <a:spcPts val="0"/>
              </a:spcBef>
              <a:spcAft>
                <a:spcPts val="800"/>
              </a:spcAft>
              <a:defRPr sz="1200">
                <a:solidFill>
                  <a:schemeClr val="accent2"/>
                </a:solidFill>
              </a:defRPr>
            </a:lvl1pPr>
            <a:lvl2pPr marL="0" indent="0">
              <a:spcBef>
                <a:spcPts val="0"/>
              </a:spcBef>
              <a:spcAft>
                <a:spcPts val="800"/>
              </a:spcAft>
              <a:buNone/>
              <a:defRPr sz="1200"/>
            </a:lvl2pPr>
            <a:lvl3pPr marL="238125" indent="-238125">
              <a:spcBef>
                <a:spcPts val="0"/>
              </a:spcBef>
              <a:spcAft>
                <a:spcPts val="800"/>
              </a:spcAft>
              <a:tabLst/>
              <a:defRPr sz="1200"/>
            </a:lvl3pPr>
            <a:lvl4pPr>
              <a:spcAft>
                <a:spcPts val="800"/>
              </a:spcAft>
              <a:defRPr sz="1200"/>
            </a:lvl4pPr>
            <a:lvl5pPr>
              <a:spcAft>
                <a:spcPts val="800"/>
              </a:spcAft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lnSpc>
                <a:spcPct val="112000"/>
              </a:lnSpc>
              <a:spcAft>
                <a:spcPts val="400"/>
              </a:spcAft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1F05BC7-F4A3-4C89-98A4-1EB948D9894C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3465576" y="3048408"/>
            <a:ext cx="2359152" cy="291599"/>
          </a:xfrm>
        </p:spPr>
        <p:txBody>
          <a:bodyPr anchor="t" anchorCtr="0"/>
          <a:lstStyle>
            <a:lvl1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1pPr>
            <a:lvl2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2pPr>
            <a:lvl3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3pPr>
            <a:lvl4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4pPr>
            <a:lvl5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5pPr>
            <a:lvl6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6pPr>
            <a:lvl7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7pPr>
            <a:lvl8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8pPr>
            <a:lvl9pPr marL="0" indent="0">
              <a:lnSpc>
                <a:spcPct val="112000"/>
              </a:lnSpc>
              <a:spcBef>
                <a:spcPts val="1000"/>
              </a:spcBef>
              <a:spcAft>
                <a:spcPts val="400"/>
              </a:spcAft>
              <a:buNone/>
              <a:defRPr sz="1600" b="0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US"/>
              <a:t>Click to edit name</a:t>
            </a:r>
          </a:p>
        </p:txBody>
      </p:sp>
      <p:sp>
        <p:nvSpPr>
          <p:cNvPr id="27" name="Picture Placeholder 5">
            <a:extLst>
              <a:ext uri="{FF2B5EF4-FFF2-40B4-BE49-F238E27FC236}">
                <a16:creationId xmlns:a16="http://schemas.microsoft.com/office/drawing/2014/main" id="{4E4BF2DA-DF79-4BEA-A824-D6D86838C05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465576" y="1372824"/>
            <a:ext cx="1600200" cy="1600200"/>
          </a:xfrm>
        </p:spPr>
        <p:txBody>
          <a:bodyPr anchor="ctr" anchorCtr="1"/>
          <a:lstStyle/>
          <a:p>
            <a:endParaRPr lang="en-US"/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20387679-BA28-4220-883A-744D7F51364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364224" y="3048408"/>
            <a:ext cx="2368296" cy="291599"/>
          </a:xfrm>
        </p:spPr>
        <p:txBody>
          <a:bodyPr anchor="t" anchorCtr="0"/>
          <a:lstStyle>
            <a:lvl1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1pPr>
            <a:lvl2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2pPr>
            <a:lvl3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3pPr>
            <a:lvl4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4pPr>
            <a:lvl5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5pPr>
            <a:lvl6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6pPr>
            <a:lvl7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7pPr>
            <a:lvl8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8pPr>
            <a:lvl9pPr marL="0" indent="0">
              <a:lnSpc>
                <a:spcPct val="112000"/>
              </a:lnSpc>
              <a:spcBef>
                <a:spcPts val="1000"/>
              </a:spcBef>
              <a:spcAft>
                <a:spcPts val="400"/>
              </a:spcAft>
              <a:buNone/>
              <a:defRPr sz="1600" b="0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US"/>
              <a:t>Click to edit name</a:t>
            </a:r>
          </a:p>
        </p:txBody>
      </p:sp>
      <p:sp>
        <p:nvSpPr>
          <p:cNvPr id="33" name="Picture Placeholder 5">
            <a:extLst>
              <a:ext uri="{FF2B5EF4-FFF2-40B4-BE49-F238E27FC236}">
                <a16:creationId xmlns:a16="http://schemas.microsoft.com/office/drawing/2014/main" id="{51E35499-A165-48E9-BD61-3089736D59BB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364224" y="1372824"/>
            <a:ext cx="1600200" cy="1600200"/>
          </a:xfrm>
        </p:spPr>
        <p:txBody>
          <a:bodyPr anchor="ctr" anchorCtr="1"/>
          <a:lstStyle/>
          <a:p>
            <a:endParaRPr lang="en-US"/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5A6F9C89-B89A-46AD-8EAE-A4DB00AB3D10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9281160" y="3048408"/>
            <a:ext cx="2359152" cy="291599"/>
          </a:xfrm>
        </p:spPr>
        <p:txBody>
          <a:bodyPr anchor="t" anchorCtr="0"/>
          <a:lstStyle>
            <a:lvl1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1pPr>
            <a:lvl2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2pPr>
            <a:lvl3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3pPr>
            <a:lvl4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4pPr>
            <a:lvl5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5pPr>
            <a:lvl6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6pPr>
            <a:lvl7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7pPr>
            <a:lvl8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8pPr>
            <a:lvl9pPr marL="0" indent="0">
              <a:lnSpc>
                <a:spcPct val="112000"/>
              </a:lnSpc>
              <a:spcBef>
                <a:spcPts val="1000"/>
              </a:spcBef>
              <a:spcAft>
                <a:spcPts val="400"/>
              </a:spcAft>
              <a:buNone/>
              <a:defRPr sz="1600" b="0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US"/>
              <a:t>Click to edit name</a:t>
            </a:r>
          </a:p>
        </p:txBody>
      </p:sp>
      <p:sp>
        <p:nvSpPr>
          <p:cNvPr id="36" name="Picture Placeholder 5">
            <a:extLst>
              <a:ext uri="{FF2B5EF4-FFF2-40B4-BE49-F238E27FC236}">
                <a16:creationId xmlns:a16="http://schemas.microsoft.com/office/drawing/2014/main" id="{8A2270B6-1B3C-440F-9E3C-EAC28CA5AF6C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9281160" y="1372824"/>
            <a:ext cx="1600200" cy="1600200"/>
          </a:xfrm>
        </p:spPr>
        <p:txBody>
          <a:bodyPr anchor="ctr" anchorCtr="1"/>
          <a:lstStyle/>
          <a:p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1AB54F1-354E-417A-BA65-E58B42EB0E38}"/>
              </a:ext>
            </a:extLst>
          </p:cNvPr>
          <p:cNvCxnSpPr>
            <a:cxnSpLocks/>
          </p:cNvCxnSpPr>
          <p:nvPr userDrawn="1"/>
        </p:nvCxnSpPr>
        <p:spPr>
          <a:xfrm>
            <a:off x="548639" y="1005840"/>
            <a:ext cx="3044952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 descr="Logo&#10;&#10;Description automatically generated">
            <a:extLst>
              <a:ext uri="{FF2B5EF4-FFF2-40B4-BE49-F238E27FC236}">
                <a16:creationId xmlns:a16="http://schemas.microsoft.com/office/drawing/2014/main" id="{8D695AB9-3425-BE4E-83A5-A963CF6EB3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4413" y="6330143"/>
            <a:ext cx="1188720" cy="228130"/>
          </a:xfrm>
          <a:prstGeom prst="rect">
            <a:avLst/>
          </a:prstGeom>
        </p:spPr>
      </p:pic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97C3D667-973C-094C-856F-20A643D02B3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470744" y="3415390"/>
            <a:ext cx="2359152" cy="2642509"/>
          </a:xfrm>
        </p:spPr>
        <p:txBody>
          <a:bodyPr/>
          <a:lstStyle>
            <a:lvl1pPr>
              <a:spcBef>
                <a:spcPts val="0"/>
              </a:spcBef>
              <a:spcAft>
                <a:spcPts val="800"/>
              </a:spcAft>
              <a:defRPr sz="1200">
                <a:solidFill>
                  <a:schemeClr val="accent2"/>
                </a:solidFill>
              </a:defRPr>
            </a:lvl1pPr>
            <a:lvl2pPr marL="0" indent="0">
              <a:spcBef>
                <a:spcPts val="0"/>
              </a:spcBef>
              <a:spcAft>
                <a:spcPts val="800"/>
              </a:spcAft>
              <a:buNone/>
              <a:defRPr sz="1200"/>
            </a:lvl2pPr>
            <a:lvl3pPr marL="238125" indent="-238125">
              <a:spcBef>
                <a:spcPts val="0"/>
              </a:spcBef>
              <a:spcAft>
                <a:spcPts val="800"/>
              </a:spcAft>
              <a:tabLst/>
              <a:defRPr sz="1200"/>
            </a:lvl3pPr>
            <a:lvl4pPr>
              <a:spcAft>
                <a:spcPts val="800"/>
              </a:spcAft>
              <a:defRPr sz="1200"/>
            </a:lvl4pPr>
            <a:lvl5pPr>
              <a:spcAft>
                <a:spcPts val="800"/>
              </a:spcAft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lnSpc>
                <a:spcPct val="112000"/>
              </a:lnSpc>
              <a:spcAft>
                <a:spcPts val="400"/>
              </a:spcAft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3A28ACC4-8BC4-0447-A717-F6F618B2304B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372971" y="3415390"/>
            <a:ext cx="2359152" cy="2642509"/>
          </a:xfrm>
        </p:spPr>
        <p:txBody>
          <a:bodyPr/>
          <a:lstStyle>
            <a:lvl1pPr>
              <a:spcBef>
                <a:spcPts val="0"/>
              </a:spcBef>
              <a:spcAft>
                <a:spcPts val="800"/>
              </a:spcAft>
              <a:defRPr sz="1200">
                <a:solidFill>
                  <a:schemeClr val="accent2"/>
                </a:solidFill>
              </a:defRPr>
            </a:lvl1pPr>
            <a:lvl2pPr marL="0" indent="0">
              <a:spcBef>
                <a:spcPts val="0"/>
              </a:spcBef>
              <a:spcAft>
                <a:spcPts val="800"/>
              </a:spcAft>
              <a:buNone/>
              <a:defRPr sz="1200"/>
            </a:lvl2pPr>
            <a:lvl3pPr marL="238125" indent="-238125">
              <a:spcBef>
                <a:spcPts val="0"/>
              </a:spcBef>
              <a:spcAft>
                <a:spcPts val="800"/>
              </a:spcAft>
              <a:tabLst/>
              <a:defRPr sz="1200"/>
            </a:lvl3pPr>
            <a:lvl4pPr>
              <a:spcAft>
                <a:spcPts val="800"/>
              </a:spcAft>
              <a:defRPr sz="1200"/>
            </a:lvl4pPr>
            <a:lvl5pPr>
              <a:spcAft>
                <a:spcPts val="800"/>
              </a:spcAft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lnSpc>
                <a:spcPct val="112000"/>
              </a:lnSpc>
              <a:spcAft>
                <a:spcPts val="400"/>
              </a:spcAft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42B39AC3-F89D-184A-AD3C-E665BD5A833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295075" y="3415390"/>
            <a:ext cx="2359152" cy="2642509"/>
          </a:xfrm>
        </p:spPr>
        <p:txBody>
          <a:bodyPr/>
          <a:lstStyle>
            <a:lvl1pPr>
              <a:spcBef>
                <a:spcPts val="0"/>
              </a:spcBef>
              <a:spcAft>
                <a:spcPts val="800"/>
              </a:spcAft>
              <a:defRPr sz="1200">
                <a:solidFill>
                  <a:schemeClr val="accent2"/>
                </a:solidFill>
              </a:defRPr>
            </a:lvl1pPr>
            <a:lvl2pPr marL="0" indent="0">
              <a:spcBef>
                <a:spcPts val="0"/>
              </a:spcBef>
              <a:spcAft>
                <a:spcPts val="800"/>
              </a:spcAft>
              <a:buNone/>
              <a:defRPr sz="1200"/>
            </a:lvl2pPr>
            <a:lvl3pPr marL="238125" indent="-238125">
              <a:spcBef>
                <a:spcPts val="0"/>
              </a:spcBef>
              <a:spcAft>
                <a:spcPts val="800"/>
              </a:spcAft>
              <a:tabLst/>
              <a:defRPr sz="1200"/>
            </a:lvl3pPr>
            <a:lvl4pPr>
              <a:spcAft>
                <a:spcPts val="800"/>
              </a:spcAft>
              <a:defRPr sz="1200"/>
            </a:lvl4pPr>
            <a:lvl5pPr>
              <a:spcAft>
                <a:spcPts val="800"/>
              </a:spcAft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lnSpc>
                <a:spcPct val="112000"/>
              </a:lnSpc>
              <a:spcAft>
                <a:spcPts val="400"/>
              </a:spcAft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3230580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A70B5-188C-4D5F-AD9E-DDEB2D838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57200"/>
            <a:ext cx="11091672" cy="5486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50A5D6-3DBC-400B-9F42-3B06B6FF8CA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8640" y="3071558"/>
            <a:ext cx="1600200" cy="291599"/>
          </a:xfrm>
        </p:spPr>
        <p:txBody>
          <a:bodyPr anchor="b" anchorCtr="0"/>
          <a:lstStyle>
            <a:lvl1pPr marL="0" indent="0">
              <a:buNone/>
              <a:defRPr sz="1200" b="0">
                <a:solidFill>
                  <a:schemeClr val="accent1"/>
                </a:solidFill>
                <a:latin typeface="+mj-lt"/>
              </a:defRPr>
            </a:lvl1pPr>
            <a:lvl2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2pPr>
            <a:lvl3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3pPr>
            <a:lvl4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4pPr>
            <a:lvl5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5pPr>
            <a:lvl6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6pPr>
            <a:lvl7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7pPr>
            <a:lvl8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8pPr>
            <a:lvl9pPr marL="0" indent="0">
              <a:lnSpc>
                <a:spcPct val="112000"/>
              </a:lnSpc>
              <a:spcBef>
                <a:spcPts val="1000"/>
              </a:spcBef>
              <a:spcAft>
                <a:spcPts val="400"/>
              </a:spcAft>
              <a:buNone/>
              <a:defRPr sz="1600" b="0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US"/>
              <a:t>Click to edit name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666C95-682B-4977-A829-AE0CAE2D3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 anchorCtr="0"/>
          <a:lstStyle/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4C0C01-A05A-4C34-BAE4-1EE57B0DF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048D4774-0BF2-450E-BABB-F4EE15A71CE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7DE7890-1AE4-4B75-AF2A-D3B756A5672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48640" y="1372824"/>
            <a:ext cx="1600200" cy="1600200"/>
          </a:xfrm>
        </p:spPr>
        <p:txBody>
          <a:bodyPr anchor="ctr" anchorCtr="1"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CCD6E7D-E143-44FE-A238-25980C5AE71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8640" y="3415390"/>
            <a:ext cx="1600200" cy="2642509"/>
          </a:xfrm>
        </p:spPr>
        <p:txBody>
          <a:bodyPr/>
          <a:lstStyle>
            <a:lvl1pPr>
              <a:spcBef>
                <a:spcPts val="0"/>
              </a:spcBef>
              <a:spcAft>
                <a:spcPts val="800"/>
              </a:spcAft>
              <a:defRPr sz="1200">
                <a:solidFill>
                  <a:schemeClr val="accent2"/>
                </a:solidFill>
              </a:defRPr>
            </a:lvl1pPr>
            <a:lvl2pPr marL="0" indent="0">
              <a:spcBef>
                <a:spcPts val="0"/>
              </a:spcBef>
              <a:spcAft>
                <a:spcPts val="800"/>
              </a:spcAft>
              <a:buNone/>
              <a:defRPr sz="1000"/>
            </a:lvl2pPr>
            <a:lvl3pPr marL="238125" indent="-238125">
              <a:spcBef>
                <a:spcPts val="0"/>
              </a:spcBef>
              <a:spcAft>
                <a:spcPts val="800"/>
              </a:spcAft>
              <a:tabLst/>
              <a:defRPr sz="1000"/>
            </a:lvl3pPr>
            <a:lvl4pPr>
              <a:spcAft>
                <a:spcPts val="800"/>
              </a:spcAft>
              <a:defRPr sz="1200"/>
            </a:lvl4pPr>
            <a:lvl5pPr>
              <a:spcAft>
                <a:spcPts val="800"/>
              </a:spcAft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lnSpc>
                <a:spcPct val="112000"/>
              </a:lnSpc>
              <a:spcAft>
                <a:spcPts val="400"/>
              </a:spcAft>
              <a:defRPr sz="1200"/>
            </a:lvl9pPr>
          </a:lstStyle>
          <a:p>
            <a:pPr lvl="0"/>
            <a:r>
              <a:rPr lang="en-US"/>
              <a:t>Click to edit job title</a:t>
            </a:r>
          </a:p>
          <a:p>
            <a:pPr lvl="1"/>
            <a:r>
              <a:rPr lang="en-US"/>
              <a:t>Second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1AB54F1-354E-417A-BA65-E58B42EB0E38}"/>
              </a:ext>
            </a:extLst>
          </p:cNvPr>
          <p:cNvCxnSpPr>
            <a:cxnSpLocks/>
          </p:cNvCxnSpPr>
          <p:nvPr userDrawn="1"/>
        </p:nvCxnSpPr>
        <p:spPr>
          <a:xfrm>
            <a:off x="548639" y="1005840"/>
            <a:ext cx="3044952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 descr="Logo&#10;&#10;Description automatically generated">
            <a:extLst>
              <a:ext uri="{FF2B5EF4-FFF2-40B4-BE49-F238E27FC236}">
                <a16:creationId xmlns:a16="http://schemas.microsoft.com/office/drawing/2014/main" id="{8D695AB9-3425-BE4E-83A5-A963CF6EB3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4413" y="6330143"/>
            <a:ext cx="1188720" cy="228130"/>
          </a:xfrm>
          <a:prstGeom prst="rect">
            <a:avLst/>
          </a:prstGeom>
        </p:spPr>
      </p:pic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9E5EBC0-ED2F-5B45-BDCD-283268E465D6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2451518" y="3071558"/>
            <a:ext cx="1600200" cy="291599"/>
          </a:xfrm>
        </p:spPr>
        <p:txBody>
          <a:bodyPr anchor="b" anchorCtr="0"/>
          <a:lstStyle>
            <a:lvl1pPr marL="0" indent="0">
              <a:buNone/>
              <a:defRPr sz="1200" b="0">
                <a:solidFill>
                  <a:schemeClr val="accent1"/>
                </a:solidFill>
                <a:latin typeface="+mj-lt"/>
              </a:defRPr>
            </a:lvl1pPr>
            <a:lvl2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2pPr>
            <a:lvl3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3pPr>
            <a:lvl4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4pPr>
            <a:lvl5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5pPr>
            <a:lvl6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6pPr>
            <a:lvl7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7pPr>
            <a:lvl8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8pPr>
            <a:lvl9pPr marL="0" indent="0">
              <a:lnSpc>
                <a:spcPct val="112000"/>
              </a:lnSpc>
              <a:spcBef>
                <a:spcPts val="1000"/>
              </a:spcBef>
              <a:spcAft>
                <a:spcPts val="400"/>
              </a:spcAft>
              <a:buNone/>
              <a:defRPr sz="1600" b="0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US"/>
              <a:t>Click to edit name</a:t>
            </a:r>
          </a:p>
        </p:txBody>
      </p:sp>
      <p:sp>
        <p:nvSpPr>
          <p:cNvPr id="21" name="Picture Placeholder 5">
            <a:extLst>
              <a:ext uri="{FF2B5EF4-FFF2-40B4-BE49-F238E27FC236}">
                <a16:creationId xmlns:a16="http://schemas.microsoft.com/office/drawing/2014/main" id="{FC583931-5A51-9240-92C6-5CB0440F0C5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2451518" y="1372824"/>
            <a:ext cx="1600200" cy="1600200"/>
          </a:xfrm>
        </p:spPr>
        <p:txBody>
          <a:bodyPr anchor="ctr" anchorCtr="1"/>
          <a:lstStyle/>
          <a:p>
            <a:endParaRPr lang="en-US"/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04E55361-FA13-0348-8135-78CE5DFC705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451518" y="3415390"/>
            <a:ext cx="1600200" cy="2642509"/>
          </a:xfrm>
        </p:spPr>
        <p:txBody>
          <a:bodyPr/>
          <a:lstStyle>
            <a:lvl1pPr>
              <a:spcBef>
                <a:spcPts val="0"/>
              </a:spcBef>
              <a:spcAft>
                <a:spcPts val="800"/>
              </a:spcAft>
              <a:defRPr sz="1200">
                <a:solidFill>
                  <a:schemeClr val="accent2"/>
                </a:solidFill>
              </a:defRPr>
            </a:lvl1pPr>
            <a:lvl2pPr marL="0" indent="0">
              <a:spcBef>
                <a:spcPts val="0"/>
              </a:spcBef>
              <a:spcAft>
                <a:spcPts val="800"/>
              </a:spcAft>
              <a:buNone/>
              <a:defRPr sz="1000"/>
            </a:lvl2pPr>
            <a:lvl3pPr marL="238125" indent="-238125">
              <a:spcBef>
                <a:spcPts val="0"/>
              </a:spcBef>
              <a:spcAft>
                <a:spcPts val="800"/>
              </a:spcAft>
              <a:tabLst/>
              <a:defRPr sz="1000"/>
            </a:lvl3pPr>
            <a:lvl4pPr>
              <a:spcAft>
                <a:spcPts val="800"/>
              </a:spcAft>
              <a:defRPr sz="1200"/>
            </a:lvl4pPr>
            <a:lvl5pPr>
              <a:spcAft>
                <a:spcPts val="800"/>
              </a:spcAft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lnSpc>
                <a:spcPct val="112000"/>
              </a:lnSpc>
              <a:spcAft>
                <a:spcPts val="400"/>
              </a:spcAft>
              <a:defRPr sz="1200"/>
            </a:lvl9pPr>
          </a:lstStyle>
          <a:p>
            <a:pPr lvl="0"/>
            <a:r>
              <a:rPr lang="en-US"/>
              <a:t>Click to edit job title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D6C053BD-C71B-F047-ACE1-7C72F4710520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4354396" y="3071558"/>
            <a:ext cx="1600200" cy="291599"/>
          </a:xfrm>
        </p:spPr>
        <p:txBody>
          <a:bodyPr anchor="b" anchorCtr="0"/>
          <a:lstStyle>
            <a:lvl1pPr marL="0" indent="0">
              <a:buNone/>
              <a:defRPr sz="1200" b="0">
                <a:solidFill>
                  <a:schemeClr val="accent1"/>
                </a:solidFill>
                <a:latin typeface="+mj-lt"/>
              </a:defRPr>
            </a:lvl1pPr>
            <a:lvl2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2pPr>
            <a:lvl3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3pPr>
            <a:lvl4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4pPr>
            <a:lvl5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5pPr>
            <a:lvl6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6pPr>
            <a:lvl7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7pPr>
            <a:lvl8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8pPr>
            <a:lvl9pPr marL="0" indent="0">
              <a:lnSpc>
                <a:spcPct val="112000"/>
              </a:lnSpc>
              <a:spcBef>
                <a:spcPts val="1000"/>
              </a:spcBef>
              <a:spcAft>
                <a:spcPts val="400"/>
              </a:spcAft>
              <a:buNone/>
              <a:defRPr sz="1600" b="0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US"/>
              <a:t>Click to edit name</a:t>
            </a:r>
          </a:p>
        </p:txBody>
      </p:sp>
      <p:sp>
        <p:nvSpPr>
          <p:cNvPr id="30" name="Picture Placeholder 5">
            <a:extLst>
              <a:ext uri="{FF2B5EF4-FFF2-40B4-BE49-F238E27FC236}">
                <a16:creationId xmlns:a16="http://schemas.microsoft.com/office/drawing/2014/main" id="{E469F762-73BB-A448-A819-898E3359DF6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354396" y="1372824"/>
            <a:ext cx="1600200" cy="1600200"/>
          </a:xfrm>
        </p:spPr>
        <p:txBody>
          <a:bodyPr anchor="ctr" anchorCtr="1"/>
          <a:lstStyle/>
          <a:p>
            <a:endParaRPr lang="en-US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6C9ABD42-269C-C446-8EA1-DE3A26A7093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354396" y="3415390"/>
            <a:ext cx="1600200" cy="2642509"/>
          </a:xfrm>
        </p:spPr>
        <p:txBody>
          <a:bodyPr/>
          <a:lstStyle>
            <a:lvl1pPr>
              <a:spcBef>
                <a:spcPts val="0"/>
              </a:spcBef>
              <a:spcAft>
                <a:spcPts val="800"/>
              </a:spcAft>
              <a:defRPr sz="1200">
                <a:solidFill>
                  <a:schemeClr val="accent2"/>
                </a:solidFill>
              </a:defRPr>
            </a:lvl1pPr>
            <a:lvl2pPr marL="0" indent="0">
              <a:spcBef>
                <a:spcPts val="0"/>
              </a:spcBef>
              <a:spcAft>
                <a:spcPts val="800"/>
              </a:spcAft>
              <a:buNone/>
              <a:defRPr sz="1000"/>
            </a:lvl2pPr>
            <a:lvl3pPr marL="238125" indent="-238125">
              <a:spcBef>
                <a:spcPts val="0"/>
              </a:spcBef>
              <a:spcAft>
                <a:spcPts val="800"/>
              </a:spcAft>
              <a:tabLst/>
              <a:defRPr sz="1000"/>
            </a:lvl3pPr>
            <a:lvl4pPr>
              <a:spcAft>
                <a:spcPts val="800"/>
              </a:spcAft>
              <a:defRPr sz="1200"/>
            </a:lvl4pPr>
            <a:lvl5pPr>
              <a:spcAft>
                <a:spcPts val="800"/>
              </a:spcAft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lnSpc>
                <a:spcPct val="112000"/>
              </a:lnSpc>
              <a:spcAft>
                <a:spcPts val="400"/>
              </a:spcAft>
              <a:defRPr sz="1200"/>
            </a:lvl9pPr>
          </a:lstStyle>
          <a:p>
            <a:pPr lvl="0"/>
            <a:r>
              <a:rPr lang="en-US"/>
              <a:t>Click to edit job title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BAEE116-D823-3E48-A44B-EE537E3F11FA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6257274" y="3071558"/>
            <a:ext cx="1600200" cy="291599"/>
          </a:xfrm>
        </p:spPr>
        <p:txBody>
          <a:bodyPr anchor="b" anchorCtr="0"/>
          <a:lstStyle>
            <a:lvl1pPr marL="0" indent="0">
              <a:buNone/>
              <a:defRPr sz="1200" b="0">
                <a:solidFill>
                  <a:schemeClr val="accent1"/>
                </a:solidFill>
                <a:latin typeface="+mj-lt"/>
              </a:defRPr>
            </a:lvl1pPr>
            <a:lvl2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2pPr>
            <a:lvl3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3pPr>
            <a:lvl4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4pPr>
            <a:lvl5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5pPr>
            <a:lvl6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6pPr>
            <a:lvl7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7pPr>
            <a:lvl8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8pPr>
            <a:lvl9pPr marL="0" indent="0">
              <a:lnSpc>
                <a:spcPct val="112000"/>
              </a:lnSpc>
              <a:spcBef>
                <a:spcPts val="1000"/>
              </a:spcBef>
              <a:spcAft>
                <a:spcPts val="400"/>
              </a:spcAft>
              <a:buNone/>
              <a:defRPr sz="1600" b="0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US"/>
              <a:t>Click to edit name</a:t>
            </a:r>
          </a:p>
        </p:txBody>
      </p:sp>
      <p:sp>
        <p:nvSpPr>
          <p:cNvPr id="37" name="Picture Placeholder 5">
            <a:extLst>
              <a:ext uri="{FF2B5EF4-FFF2-40B4-BE49-F238E27FC236}">
                <a16:creationId xmlns:a16="http://schemas.microsoft.com/office/drawing/2014/main" id="{80B5506E-A0FE-BF4B-B654-E6C23514658D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257274" y="1372824"/>
            <a:ext cx="1600200" cy="1600200"/>
          </a:xfrm>
        </p:spPr>
        <p:txBody>
          <a:bodyPr anchor="ctr" anchorCtr="1"/>
          <a:lstStyle/>
          <a:p>
            <a:endParaRPr lang="en-US"/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101A67E6-8799-DD49-A9C1-98F638A3F42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57274" y="3415390"/>
            <a:ext cx="1600200" cy="2642509"/>
          </a:xfrm>
        </p:spPr>
        <p:txBody>
          <a:bodyPr/>
          <a:lstStyle>
            <a:lvl1pPr>
              <a:spcBef>
                <a:spcPts val="0"/>
              </a:spcBef>
              <a:spcAft>
                <a:spcPts val="800"/>
              </a:spcAft>
              <a:defRPr sz="1200">
                <a:solidFill>
                  <a:schemeClr val="accent2"/>
                </a:solidFill>
              </a:defRPr>
            </a:lvl1pPr>
            <a:lvl2pPr marL="0" indent="0">
              <a:spcBef>
                <a:spcPts val="0"/>
              </a:spcBef>
              <a:spcAft>
                <a:spcPts val="800"/>
              </a:spcAft>
              <a:buNone/>
              <a:defRPr sz="1000"/>
            </a:lvl2pPr>
            <a:lvl3pPr marL="238125" indent="-238125">
              <a:spcBef>
                <a:spcPts val="0"/>
              </a:spcBef>
              <a:spcAft>
                <a:spcPts val="800"/>
              </a:spcAft>
              <a:tabLst/>
              <a:defRPr sz="1000"/>
            </a:lvl3pPr>
            <a:lvl4pPr>
              <a:spcAft>
                <a:spcPts val="800"/>
              </a:spcAft>
              <a:defRPr sz="1200"/>
            </a:lvl4pPr>
            <a:lvl5pPr>
              <a:spcAft>
                <a:spcPts val="800"/>
              </a:spcAft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lnSpc>
                <a:spcPct val="112000"/>
              </a:lnSpc>
              <a:spcAft>
                <a:spcPts val="400"/>
              </a:spcAft>
              <a:defRPr sz="1200"/>
            </a:lvl9pPr>
          </a:lstStyle>
          <a:p>
            <a:pPr lvl="0"/>
            <a:r>
              <a:rPr lang="en-US"/>
              <a:t>Click to edit job title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9C4D2393-7D9E-0048-8E88-9316875155A1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8179251" y="3071558"/>
            <a:ext cx="1600200" cy="291599"/>
          </a:xfrm>
        </p:spPr>
        <p:txBody>
          <a:bodyPr anchor="b" anchorCtr="0"/>
          <a:lstStyle>
            <a:lvl1pPr marL="0" indent="0">
              <a:buNone/>
              <a:defRPr sz="1200" b="0">
                <a:solidFill>
                  <a:schemeClr val="accent1"/>
                </a:solidFill>
                <a:latin typeface="+mj-lt"/>
              </a:defRPr>
            </a:lvl1pPr>
            <a:lvl2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2pPr>
            <a:lvl3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3pPr>
            <a:lvl4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4pPr>
            <a:lvl5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5pPr>
            <a:lvl6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6pPr>
            <a:lvl7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7pPr>
            <a:lvl8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8pPr>
            <a:lvl9pPr marL="0" indent="0">
              <a:lnSpc>
                <a:spcPct val="112000"/>
              </a:lnSpc>
              <a:spcBef>
                <a:spcPts val="1000"/>
              </a:spcBef>
              <a:spcAft>
                <a:spcPts val="400"/>
              </a:spcAft>
              <a:buNone/>
              <a:defRPr sz="1600" b="0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US"/>
              <a:t>Click to edit name</a:t>
            </a:r>
          </a:p>
        </p:txBody>
      </p:sp>
      <p:sp>
        <p:nvSpPr>
          <p:cNvPr id="40" name="Picture Placeholder 5">
            <a:extLst>
              <a:ext uri="{FF2B5EF4-FFF2-40B4-BE49-F238E27FC236}">
                <a16:creationId xmlns:a16="http://schemas.microsoft.com/office/drawing/2014/main" id="{251BE8A0-A68B-7E4B-B7E6-9D9C4B778C2D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160152" y="1372824"/>
            <a:ext cx="1600200" cy="1600200"/>
          </a:xfrm>
        </p:spPr>
        <p:txBody>
          <a:bodyPr anchor="ctr" anchorCtr="1"/>
          <a:lstStyle/>
          <a:p>
            <a:endParaRPr lang="en-US"/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CEED9266-AF05-5D43-B549-3489A4C6121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179251" y="3415390"/>
            <a:ext cx="1600200" cy="2642509"/>
          </a:xfrm>
        </p:spPr>
        <p:txBody>
          <a:bodyPr/>
          <a:lstStyle>
            <a:lvl1pPr>
              <a:spcBef>
                <a:spcPts val="0"/>
              </a:spcBef>
              <a:spcAft>
                <a:spcPts val="800"/>
              </a:spcAft>
              <a:defRPr sz="1200">
                <a:solidFill>
                  <a:schemeClr val="accent2"/>
                </a:solidFill>
              </a:defRPr>
            </a:lvl1pPr>
            <a:lvl2pPr marL="0" indent="0">
              <a:spcBef>
                <a:spcPts val="0"/>
              </a:spcBef>
              <a:spcAft>
                <a:spcPts val="800"/>
              </a:spcAft>
              <a:buNone/>
              <a:defRPr sz="1000"/>
            </a:lvl2pPr>
            <a:lvl3pPr marL="238125" indent="-238125">
              <a:spcBef>
                <a:spcPts val="0"/>
              </a:spcBef>
              <a:spcAft>
                <a:spcPts val="800"/>
              </a:spcAft>
              <a:tabLst/>
              <a:defRPr sz="1000"/>
            </a:lvl3pPr>
            <a:lvl4pPr>
              <a:spcAft>
                <a:spcPts val="800"/>
              </a:spcAft>
              <a:defRPr sz="1200"/>
            </a:lvl4pPr>
            <a:lvl5pPr>
              <a:spcAft>
                <a:spcPts val="800"/>
              </a:spcAft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lnSpc>
                <a:spcPct val="112000"/>
              </a:lnSpc>
              <a:spcAft>
                <a:spcPts val="400"/>
              </a:spcAft>
              <a:defRPr sz="1200"/>
            </a:lvl9pPr>
          </a:lstStyle>
          <a:p>
            <a:pPr lvl="0"/>
            <a:r>
              <a:rPr lang="en-US"/>
              <a:t>Click to edit job title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DE807529-5D94-384D-BB26-C7354C931079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10063030" y="3071558"/>
            <a:ext cx="1600200" cy="291599"/>
          </a:xfrm>
        </p:spPr>
        <p:txBody>
          <a:bodyPr anchor="b" anchorCtr="0"/>
          <a:lstStyle>
            <a:lvl1pPr marL="0" indent="0">
              <a:buNone/>
              <a:defRPr sz="1200" b="0">
                <a:solidFill>
                  <a:schemeClr val="accent1"/>
                </a:solidFill>
                <a:latin typeface="+mj-lt"/>
              </a:defRPr>
            </a:lvl1pPr>
            <a:lvl2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2pPr>
            <a:lvl3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3pPr>
            <a:lvl4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4pPr>
            <a:lvl5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5pPr>
            <a:lvl6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6pPr>
            <a:lvl7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7pPr>
            <a:lvl8pPr marL="0" indent="0">
              <a:buNone/>
              <a:defRPr sz="1600" b="0">
                <a:solidFill>
                  <a:schemeClr val="accent1"/>
                </a:solidFill>
                <a:latin typeface="+mj-lt"/>
              </a:defRPr>
            </a:lvl8pPr>
            <a:lvl9pPr marL="0" indent="0">
              <a:lnSpc>
                <a:spcPct val="112000"/>
              </a:lnSpc>
              <a:spcBef>
                <a:spcPts val="1000"/>
              </a:spcBef>
              <a:spcAft>
                <a:spcPts val="400"/>
              </a:spcAft>
              <a:buNone/>
              <a:defRPr sz="1600" b="0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US"/>
              <a:t>Click to edit name</a:t>
            </a:r>
          </a:p>
        </p:txBody>
      </p:sp>
      <p:sp>
        <p:nvSpPr>
          <p:cNvPr id="43" name="Picture Placeholder 5">
            <a:extLst>
              <a:ext uri="{FF2B5EF4-FFF2-40B4-BE49-F238E27FC236}">
                <a16:creationId xmlns:a16="http://schemas.microsoft.com/office/drawing/2014/main" id="{2182B94F-2AEE-D54B-8E05-02B6308AA64B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0063030" y="1372824"/>
            <a:ext cx="1600200" cy="1600200"/>
          </a:xfrm>
        </p:spPr>
        <p:txBody>
          <a:bodyPr anchor="ctr" anchorCtr="1"/>
          <a:lstStyle/>
          <a:p>
            <a:endParaRPr lang="en-US"/>
          </a:p>
        </p:txBody>
      </p:sp>
      <p:sp>
        <p:nvSpPr>
          <p:cNvPr id="44" name="Text Placeholder 10">
            <a:extLst>
              <a:ext uri="{FF2B5EF4-FFF2-40B4-BE49-F238E27FC236}">
                <a16:creationId xmlns:a16="http://schemas.microsoft.com/office/drawing/2014/main" id="{A0BF1982-205A-734F-B19D-7FEC485E241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063030" y="3415390"/>
            <a:ext cx="1600200" cy="2642509"/>
          </a:xfrm>
        </p:spPr>
        <p:txBody>
          <a:bodyPr/>
          <a:lstStyle>
            <a:lvl1pPr>
              <a:spcBef>
                <a:spcPts val="0"/>
              </a:spcBef>
              <a:spcAft>
                <a:spcPts val="800"/>
              </a:spcAft>
              <a:defRPr sz="1200">
                <a:solidFill>
                  <a:schemeClr val="accent2"/>
                </a:solidFill>
              </a:defRPr>
            </a:lvl1pPr>
            <a:lvl2pPr marL="0" indent="0">
              <a:spcBef>
                <a:spcPts val="0"/>
              </a:spcBef>
              <a:spcAft>
                <a:spcPts val="800"/>
              </a:spcAft>
              <a:buNone/>
              <a:defRPr sz="1000"/>
            </a:lvl2pPr>
            <a:lvl3pPr marL="238125" indent="-238125">
              <a:spcBef>
                <a:spcPts val="0"/>
              </a:spcBef>
              <a:spcAft>
                <a:spcPts val="800"/>
              </a:spcAft>
              <a:tabLst/>
              <a:defRPr sz="1000"/>
            </a:lvl3pPr>
            <a:lvl4pPr>
              <a:spcAft>
                <a:spcPts val="800"/>
              </a:spcAft>
              <a:defRPr sz="1200"/>
            </a:lvl4pPr>
            <a:lvl5pPr>
              <a:spcAft>
                <a:spcPts val="800"/>
              </a:spcAft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lnSpc>
                <a:spcPct val="112000"/>
              </a:lnSpc>
              <a:spcAft>
                <a:spcPts val="400"/>
              </a:spcAft>
              <a:defRPr sz="1200"/>
            </a:lvl9pPr>
          </a:lstStyle>
          <a:p>
            <a:pPr lvl="0"/>
            <a:r>
              <a:rPr lang="en-US"/>
              <a:t>Click to edit job title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31126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+Image: 1/2+1/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EB322-F74F-45CE-93A0-1B58EE47D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39" y="457200"/>
            <a:ext cx="5547359" cy="5486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96FDB-3D3D-4D02-B87E-8399A245B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371600"/>
            <a:ext cx="5547360" cy="468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4EED1-9317-4266-8447-126C59249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 anchorCtr="0"/>
          <a:lstStyle/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4FAC6-79D2-4D1A-9D3A-8E7721094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048D4774-0BF2-450E-BABB-F4EE15A71CE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552B024-C696-4635-B887-EEE0F966BE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73368" y="0"/>
            <a:ext cx="5824728" cy="6858000"/>
          </a:xfrm>
        </p:spPr>
        <p:txBody>
          <a:bodyPr anchor="ctr" anchorCtr="1"/>
          <a:lstStyle/>
          <a:p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1FE334A-4711-4E77-A9C7-0433B1C50690}"/>
              </a:ext>
            </a:extLst>
          </p:cNvPr>
          <p:cNvCxnSpPr>
            <a:cxnSpLocks/>
          </p:cNvCxnSpPr>
          <p:nvPr userDrawn="1"/>
        </p:nvCxnSpPr>
        <p:spPr>
          <a:xfrm>
            <a:off x="548639" y="1005840"/>
            <a:ext cx="3044952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025119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+Image: 2/3+1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EB322-F74F-45CE-93A0-1B58EE47D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57200"/>
            <a:ext cx="7159752" cy="5486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96FDB-3D3D-4D02-B87E-8399A245B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371600"/>
            <a:ext cx="7159752" cy="468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4EED1-9317-4266-8447-126C59249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 anchorCtr="0"/>
          <a:lstStyle/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4FAC6-79D2-4D1A-9D3A-8E7721094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048D4774-0BF2-450E-BABB-F4EE15A71CE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552B024-C696-4635-B887-EEE0F966BE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29016" y="0"/>
            <a:ext cx="4059936" cy="6858000"/>
          </a:xfrm>
        </p:spPr>
        <p:txBody>
          <a:bodyPr anchor="ctr" anchorCtr="1"/>
          <a:lstStyle/>
          <a:p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A014984-B3EC-407C-B582-AEDABAD065F4}"/>
              </a:ext>
            </a:extLst>
          </p:cNvPr>
          <p:cNvCxnSpPr>
            <a:cxnSpLocks/>
          </p:cNvCxnSpPr>
          <p:nvPr userDrawn="1"/>
        </p:nvCxnSpPr>
        <p:spPr>
          <a:xfrm>
            <a:off x="548639" y="1005840"/>
            <a:ext cx="3044952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804732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+Image: 3/4+1/4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EB322-F74F-45CE-93A0-1B58EE47D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57200"/>
            <a:ext cx="8174736" cy="5486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96FDB-3D3D-4D02-B87E-8399A245B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371600"/>
            <a:ext cx="8174736" cy="46862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4EED1-9317-4266-8447-126C59249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 anchorCtr="0"/>
          <a:lstStyle/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4FAC6-79D2-4D1A-9D3A-8E7721094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048D4774-0BF2-450E-BABB-F4EE15A71CE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552B024-C696-4635-B887-EEE0F966BE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0" y="0"/>
            <a:ext cx="3044952" cy="6858000"/>
          </a:xfrm>
        </p:spPr>
        <p:txBody>
          <a:bodyPr anchor="ctr" anchorCtr="1"/>
          <a:lstStyle/>
          <a:p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A1FDB2C-380C-4D98-B04A-7E8BB52D6025}"/>
              </a:ext>
            </a:extLst>
          </p:cNvPr>
          <p:cNvCxnSpPr>
            <a:cxnSpLocks/>
          </p:cNvCxnSpPr>
          <p:nvPr userDrawn="1"/>
        </p:nvCxnSpPr>
        <p:spPr>
          <a:xfrm>
            <a:off x="548639" y="1005840"/>
            <a:ext cx="3044952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08751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+Image: 1/2 Image+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EB322-F74F-45CE-93A0-1B58EE47D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3368" y="457200"/>
            <a:ext cx="5276088" cy="5486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96FDB-3D3D-4D02-B87E-8399A245B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3368" y="1371600"/>
            <a:ext cx="5276088" cy="468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4B8EDF8-0D95-4DD8-83E0-FA4542CE105C}"/>
              </a:ext>
            </a:extLst>
          </p:cNvPr>
          <p:cNvCxnSpPr>
            <a:cxnSpLocks/>
          </p:cNvCxnSpPr>
          <p:nvPr userDrawn="1"/>
        </p:nvCxnSpPr>
        <p:spPr>
          <a:xfrm>
            <a:off x="6373368" y="1005840"/>
            <a:ext cx="3044952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552B024-C696-4635-B887-EEE0F966BE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824728" cy="6858000"/>
          </a:xfrm>
        </p:spPr>
        <p:txBody>
          <a:bodyPr anchor="ctr" anchorCtr="1"/>
          <a:lstStyle/>
          <a:p>
            <a:endParaRPr lang="en-US"/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5AE60017-129B-7F40-8771-9414A1CC02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4413" y="6330143"/>
            <a:ext cx="1188720" cy="22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08779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+Image: 1/3 Image+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EB322-F74F-45CE-93A0-1B58EE47D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3608" y="301752"/>
            <a:ext cx="7159752" cy="5486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96FDB-3D3D-4D02-B87E-8399A245B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3608" y="1197864"/>
            <a:ext cx="7159752" cy="4846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4B8EDF8-0D95-4DD8-83E0-FA4542CE105C}"/>
              </a:ext>
            </a:extLst>
          </p:cNvPr>
          <p:cNvCxnSpPr>
            <a:cxnSpLocks/>
          </p:cNvCxnSpPr>
          <p:nvPr userDrawn="1"/>
        </p:nvCxnSpPr>
        <p:spPr>
          <a:xfrm>
            <a:off x="4483608" y="850392"/>
            <a:ext cx="3044952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552B024-C696-4635-B887-EEE0F966BE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059936" cy="6858000"/>
          </a:xfrm>
        </p:spPr>
        <p:txBody>
          <a:bodyPr anchor="ctr" anchorCtr="1"/>
          <a:lstStyle/>
          <a:p>
            <a:endParaRPr lang="en-US"/>
          </a:p>
        </p:txBody>
      </p:sp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D8431E31-6566-CA49-BA3C-C6C1DDFB83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4413" y="6330143"/>
            <a:ext cx="1188720" cy="22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74136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+Image: 1/4 Image+3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EB322-F74F-45CE-93A0-1B58EE47D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576" y="301752"/>
            <a:ext cx="8174736" cy="5486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96FDB-3D3D-4D02-B87E-8399A245B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5576" y="1197864"/>
            <a:ext cx="8174736" cy="4846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4B8EDF8-0D95-4DD8-83E0-FA4542CE105C}"/>
              </a:ext>
            </a:extLst>
          </p:cNvPr>
          <p:cNvCxnSpPr>
            <a:cxnSpLocks/>
          </p:cNvCxnSpPr>
          <p:nvPr userDrawn="1"/>
        </p:nvCxnSpPr>
        <p:spPr>
          <a:xfrm>
            <a:off x="3465576" y="850392"/>
            <a:ext cx="3044952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552B024-C696-4635-B887-EEE0F966BE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3044952" cy="6858000"/>
          </a:xfrm>
        </p:spPr>
        <p:txBody>
          <a:bodyPr anchor="ctr" anchorCtr="1"/>
          <a:lstStyle/>
          <a:p>
            <a:endParaRPr lang="en-US"/>
          </a:p>
        </p:txBody>
      </p:sp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C9B0C1E1-0499-3C49-8B46-C90F2BC958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4413" y="6330143"/>
            <a:ext cx="1188720" cy="22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02530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/3+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EB322-F74F-45CE-93A0-1B58EE47D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57200"/>
            <a:ext cx="11091672" cy="5486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96FDB-3D3D-4D02-B87E-8399A245B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371600"/>
            <a:ext cx="7114032" cy="468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4EED1-9317-4266-8447-126C59249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 anchorCtr="0"/>
          <a:lstStyle/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4FAC6-79D2-4D1A-9D3A-8E7721094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048D4774-0BF2-450E-BABB-F4EE15A71CE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D9E9B64-D8D6-40A1-8A5E-45171A34EE2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50696" y="1371600"/>
            <a:ext cx="3589616" cy="46863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D2627B3-D793-4AE5-A87A-9FFB8958AC7E}"/>
              </a:ext>
            </a:extLst>
          </p:cNvPr>
          <p:cNvCxnSpPr>
            <a:cxnSpLocks/>
          </p:cNvCxnSpPr>
          <p:nvPr userDrawn="1"/>
        </p:nvCxnSpPr>
        <p:spPr>
          <a:xfrm>
            <a:off x="548639" y="1005840"/>
            <a:ext cx="3044952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AAAB69F9-5A31-7E4D-A007-C06EA65EFD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4413" y="6330143"/>
            <a:ext cx="1188720" cy="22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32865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/3+1/3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0C75288-C263-4BDA-B343-B3A9B4954FE4}"/>
              </a:ext>
            </a:extLst>
          </p:cNvPr>
          <p:cNvSpPr/>
          <p:nvPr userDrawn="1"/>
        </p:nvSpPr>
        <p:spPr>
          <a:xfrm>
            <a:off x="7932015" y="1"/>
            <a:ext cx="425998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9EB322-F74F-45CE-93A0-1B58EE47D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57200"/>
            <a:ext cx="7159752" cy="5486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96FDB-3D3D-4D02-B87E-8399A245B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371600"/>
            <a:ext cx="7114032" cy="46863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4EED1-9317-4266-8447-126C59249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 anchorCtr="0"/>
          <a:lstStyle/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4FAC6-79D2-4D1A-9D3A-8E7721094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048D4774-0BF2-450E-BABB-F4EE15A71CE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D9E9B64-D8D6-40A1-8A5E-45171A34EE2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211312" y="1371600"/>
            <a:ext cx="3429000" cy="46863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3C4CA6A-C093-49EA-A468-4713B9CC6DAA}"/>
              </a:ext>
            </a:extLst>
          </p:cNvPr>
          <p:cNvCxnSpPr>
            <a:cxnSpLocks/>
          </p:cNvCxnSpPr>
          <p:nvPr userDrawn="1"/>
        </p:nvCxnSpPr>
        <p:spPr>
          <a:xfrm>
            <a:off x="548639" y="1005840"/>
            <a:ext cx="3044952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958F331-87FB-644C-A15B-480638CE5A07}"/>
              </a:ext>
            </a:extLst>
          </p:cNvPr>
          <p:cNvSpPr txBox="1"/>
          <p:nvPr userDrawn="1"/>
        </p:nvSpPr>
        <p:spPr>
          <a:xfrm>
            <a:off x="7824175" y="6336157"/>
            <a:ext cx="2286000" cy="36576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2pPr>
            <a:lvl3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3pPr>
            <a:lvl4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4pPr>
            <a:lvl5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5pPr>
            <a:lvl6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6pPr>
            <a:lvl7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7pPr>
            <a:lvl8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8pPr>
            <a:lvl9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9pPr>
          </a:lstStyle>
          <a:p>
            <a:pPr lvl="0" algn="r"/>
            <a:r>
              <a:rPr lang="en-US" sz="800"/>
              <a:t>© 2021 Freeman. All rights reserved.</a:t>
            </a:r>
          </a:p>
        </p:txBody>
      </p:sp>
      <p:pic>
        <p:nvPicPr>
          <p:cNvPr id="14" name="Picture 13" descr="Logo&#10;&#10;Description automatically generated">
            <a:extLst>
              <a:ext uri="{FF2B5EF4-FFF2-40B4-BE49-F238E27FC236}">
                <a16:creationId xmlns:a16="http://schemas.microsoft.com/office/drawing/2014/main" id="{011AADBC-C0BE-034A-AADF-71B5E4948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4413" y="6330143"/>
            <a:ext cx="1188720" cy="22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54673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BFDD752-3D5F-4BBD-8BEC-182A4609D3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858000"/>
          </a:xfrm>
        </p:spPr>
        <p:txBody>
          <a:bodyPr anchor="ctr" anchorCtr="1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30671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Copyright +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BFDD752-3D5F-4BBD-8BEC-182A4609D3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858000"/>
          </a:xfrm>
          <a:solidFill>
            <a:schemeClr val="bg2">
              <a:lumMod val="60000"/>
              <a:lumOff val="40000"/>
            </a:schemeClr>
          </a:solidFill>
        </p:spPr>
        <p:txBody>
          <a:bodyPr anchor="ctr" anchorCtr="1"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D069F2-3970-6848-8C22-E3AA4D39BDE4}"/>
              </a:ext>
            </a:extLst>
          </p:cNvPr>
          <p:cNvSpPr txBox="1"/>
          <p:nvPr userDrawn="1"/>
        </p:nvSpPr>
        <p:spPr>
          <a:xfrm>
            <a:off x="7824175" y="6336792"/>
            <a:ext cx="2286000" cy="36576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2pPr>
            <a:lvl3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3pPr>
            <a:lvl4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4pPr>
            <a:lvl5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5pPr>
            <a:lvl6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6pPr>
            <a:lvl7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7pPr>
            <a:lvl8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8pPr>
            <a:lvl9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9pPr>
          </a:lstStyle>
          <a:p>
            <a:pPr lvl="0" algn="r"/>
            <a:r>
              <a:rPr lang="en-US" sz="800">
                <a:solidFill>
                  <a:schemeClr val="bg1"/>
                </a:solidFill>
              </a:rPr>
              <a:t>© 2021 Freeman. All rights reserved.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76394B-6097-FC43-B3FE-EE6E6D6222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92912" y="6243317"/>
            <a:ext cx="1344168" cy="393746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214EA2-458A-9A43-B0E0-1DA3559C0B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4114800"/>
            <a:ext cx="2743200" cy="2743200"/>
          </a:xfrm>
          <a:solidFill>
            <a:schemeClr val="bg1"/>
          </a:solidFill>
          <a:ln>
            <a:noFill/>
          </a:ln>
        </p:spPr>
        <p:txBody>
          <a:bodyPr lIns="274320" tIns="274320"/>
          <a:lstStyle>
            <a:lvl1pPr>
              <a:spcAft>
                <a:spcPts val="0"/>
              </a:spcAft>
              <a:defRPr sz="1200" b="1" i="0">
                <a:latin typeface="Nunito Sans" pitchFamily="2" charset="77"/>
              </a:defRPr>
            </a:lvl1pPr>
            <a:lvl2pPr marL="0" indent="0">
              <a:buNone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callout</a:t>
            </a:r>
          </a:p>
          <a:p>
            <a:pPr lvl="1"/>
            <a:r>
              <a:rPr lang="en-US"/>
              <a:t>Click to edit content</a:t>
            </a:r>
          </a:p>
        </p:txBody>
      </p:sp>
    </p:spTree>
    <p:extLst>
      <p:ext uri="{BB962C8B-B14F-4D97-AF65-F5344CB8AC3E}">
        <p14:creationId xmlns:p14="http://schemas.microsoft.com/office/powerpoint/2010/main" val="69932267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Media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7819A5D0-C2E9-44B7-A330-0C7FF367A6E5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88952" cy="6858000"/>
          </a:xfrm>
        </p:spPr>
        <p:txBody>
          <a:bodyPr anchor="ctr" anchorCtr="1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03835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Study_1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CD3270-49FA-48C3-AE91-29832796B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1171D-6873-4AFB-A1F7-62A5F92E3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D4774-0BF2-450E-BABB-F4EE15A71CE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0E5EF4-172D-FA4C-9CCB-E5B035574010}"/>
              </a:ext>
            </a:extLst>
          </p:cNvPr>
          <p:cNvSpPr txBox="1"/>
          <p:nvPr userDrawn="1"/>
        </p:nvSpPr>
        <p:spPr>
          <a:xfrm>
            <a:off x="558744" y="3714593"/>
            <a:ext cx="352557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b="1">
                <a:solidFill>
                  <a:schemeClr val="accent1"/>
                </a:solidFill>
                <a:latin typeface="Nunito Sans" pitchFamily="2" charset="77"/>
              </a:rPr>
              <a:t>Challenge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38F0EC-9F08-BF4F-8A57-2E8AAE19EAB9}"/>
              </a:ext>
            </a:extLst>
          </p:cNvPr>
          <p:cNvSpPr txBox="1"/>
          <p:nvPr userDrawn="1"/>
        </p:nvSpPr>
        <p:spPr>
          <a:xfrm>
            <a:off x="4358641" y="3714593"/>
            <a:ext cx="375385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b="1">
                <a:solidFill>
                  <a:schemeClr val="accent1"/>
                </a:solidFill>
                <a:latin typeface="Nunito Sans" pitchFamily="2" charset="77"/>
              </a:rPr>
              <a:t>Opportunity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FBA4B5-C5CA-1344-8911-846AE51489E0}"/>
              </a:ext>
            </a:extLst>
          </p:cNvPr>
          <p:cNvSpPr txBox="1"/>
          <p:nvPr userDrawn="1"/>
        </p:nvSpPr>
        <p:spPr>
          <a:xfrm>
            <a:off x="8107683" y="3714593"/>
            <a:ext cx="3550917" cy="25261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b="1">
                <a:solidFill>
                  <a:schemeClr val="accent1"/>
                </a:solidFill>
                <a:latin typeface="Nunito Sans" pitchFamily="2" charset="77"/>
              </a:rPr>
              <a:t>Result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F5B047B-E1AB-9447-B7E5-C15F0752FD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8744" y="4066927"/>
            <a:ext cx="3525574" cy="1838571"/>
          </a:xfrm>
        </p:spPr>
        <p:txBody>
          <a:bodyPr/>
          <a:lstStyle>
            <a:lvl1pPr>
              <a:spcBef>
                <a:spcPts val="0"/>
              </a:spcBef>
              <a:spcAft>
                <a:spcPts val="800"/>
              </a:spcAft>
              <a:defRPr sz="1000">
                <a:solidFill>
                  <a:schemeClr val="tx1"/>
                </a:solidFill>
              </a:defRPr>
            </a:lvl1pPr>
            <a:lvl2pPr marL="123825" indent="-112713">
              <a:spcBef>
                <a:spcPts val="0"/>
              </a:spcBef>
              <a:tabLst/>
              <a:defRPr sz="1000">
                <a:solidFill>
                  <a:schemeClr val="tx1"/>
                </a:solidFill>
              </a:defRPr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7620EA69-5587-D045-BB5A-1C8984B94C1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358640" y="4066927"/>
            <a:ext cx="3474720" cy="1838571"/>
          </a:xfrm>
        </p:spPr>
        <p:txBody>
          <a:bodyPr/>
          <a:lstStyle>
            <a:lvl1pPr>
              <a:spcBef>
                <a:spcPts val="0"/>
              </a:spcBef>
              <a:spcAft>
                <a:spcPts val="800"/>
              </a:spcAft>
              <a:defRPr sz="1000"/>
            </a:lvl1pPr>
            <a:lvl2pPr marL="123825" indent="-123825">
              <a:spcBef>
                <a:spcPts val="0"/>
              </a:spcBef>
              <a:tabLst/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7DC66983-D0AD-6D4D-96B4-E7CFCB4365C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107682" y="4066927"/>
            <a:ext cx="3550917" cy="1838571"/>
          </a:xfrm>
        </p:spPr>
        <p:txBody>
          <a:bodyPr/>
          <a:lstStyle>
            <a:lvl1pPr>
              <a:spcBef>
                <a:spcPts val="0"/>
              </a:spcBef>
              <a:spcAft>
                <a:spcPts val="800"/>
              </a:spcAft>
              <a:defRPr sz="1000"/>
            </a:lvl1pPr>
            <a:lvl2pPr marL="123825" indent="-123825">
              <a:spcBef>
                <a:spcPts val="0"/>
              </a:spcBef>
              <a:tabLst/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6CC4A8-7B31-9F4A-B6FF-3553857CE942}"/>
              </a:ext>
            </a:extLst>
          </p:cNvPr>
          <p:cNvSpPr/>
          <p:nvPr userDrawn="1"/>
        </p:nvSpPr>
        <p:spPr>
          <a:xfrm>
            <a:off x="0" y="0"/>
            <a:ext cx="4358641" cy="342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5F52D29-8F0D-5B48-A999-6E8C2EC3B6B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359274" y="0"/>
            <a:ext cx="7832726" cy="3429000"/>
          </a:xfrm>
          <a:solidFill>
            <a:schemeClr val="bg2">
              <a:lumMod val="60000"/>
              <a:lumOff val="40000"/>
            </a:schemeClr>
          </a:solidFill>
        </p:spPr>
        <p:txBody>
          <a:bodyPr anchor="ctr"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B68F317-E18E-1745-B882-3B9D2919A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744" y="548640"/>
            <a:ext cx="3089560" cy="1695796"/>
          </a:xfrm>
        </p:spPr>
        <p:txBody>
          <a:bodyPr anchor="t"/>
          <a:lstStyle>
            <a:lvl1pPr>
              <a:defRPr sz="2400" b="1" i="0">
                <a:solidFill>
                  <a:schemeClr val="bg1"/>
                </a:solidFill>
                <a:latin typeface="Nunito Sans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AAEF9F-DB0C-E441-B62D-D979B6428A63}"/>
              </a:ext>
            </a:extLst>
          </p:cNvPr>
          <p:cNvSpPr txBox="1"/>
          <p:nvPr userDrawn="1"/>
        </p:nvSpPr>
        <p:spPr>
          <a:xfrm>
            <a:off x="558744" y="2374486"/>
            <a:ext cx="108667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  <a:latin typeface="Nunito Sans" pitchFamily="2" charset="77"/>
              </a:rPr>
              <a:t>Client</a:t>
            </a:r>
            <a:r>
              <a:rPr lang="en-US" sz="1200" b="1">
                <a:solidFill>
                  <a:schemeClr val="bg1"/>
                </a:solidFill>
                <a:latin typeface="Nunito Sans" pitchFamily="2" charset="77"/>
              </a:rPr>
              <a:t>	</a:t>
            </a:r>
          </a:p>
          <a:p>
            <a:r>
              <a:rPr lang="en-US" sz="1200">
                <a:solidFill>
                  <a:schemeClr val="bg1"/>
                </a:solidFill>
                <a:latin typeface="Nunito Sans" pitchFamily="2" charset="77"/>
              </a:rPr>
              <a:t>Location</a:t>
            </a:r>
            <a:r>
              <a:rPr lang="en-US" sz="1200" b="1">
                <a:solidFill>
                  <a:schemeClr val="bg1"/>
                </a:solidFill>
                <a:latin typeface="Nunito Sans" pitchFamily="2" charset="77"/>
              </a:rPr>
              <a:t> 	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E6720BA2-B98F-0345-BC30-D878D69A06C1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418899" y="2368302"/>
            <a:ext cx="2238471" cy="155543"/>
          </a:xfrm>
        </p:spPr>
        <p:txBody>
          <a:bodyPr/>
          <a:lstStyle>
            <a:lvl1pPr>
              <a:defRPr sz="1100" b="1">
                <a:solidFill>
                  <a:schemeClr val="bg1"/>
                </a:solidFill>
              </a:defRPr>
            </a:lvl1pPr>
            <a:lvl2pPr>
              <a:defRPr sz="1100" b="1">
                <a:solidFill>
                  <a:schemeClr val="bg1"/>
                </a:solidFill>
              </a:defRPr>
            </a:lvl2pPr>
            <a:lvl3pPr>
              <a:defRPr sz="1050" b="1">
                <a:solidFill>
                  <a:schemeClr val="bg1"/>
                </a:solidFill>
              </a:defRPr>
            </a:lvl3pPr>
            <a:lvl4pPr>
              <a:defRPr sz="1000" b="1">
                <a:solidFill>
                  <a:schemeClr val="bg1"/>
                </a:solidFill>
              </a:defRPr>
            </a:lvl4pPr>
            <a:lvl5pPr>
              <a:defRPr sz="1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BF8DBFF8-C4FF-DB48-91FE-E099EC98ECB1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1418899" y="2550096"/>
            <a:ext cx="2238471" cy="155543"/>
          </a:xfrm>
        </p:spPr>
        <p:txBody>
          <a:bodyPr/>
          <a:lstStyle>
            <a:lvl1pPr>
              <a:defRPr sz="1100" b="1">
                <a:solidFill>
                  <a:schemeClr val="bg1"/>
                </a:solidFill>
              </a:defRPr>
            </a:lvl1pPr>
            <a:lvl2pPr>
              <a:defRPr sz="1100" b="1">
                <a:solidFill>
                  <a:schemeClr val="bg1"/>
                </a:solidFill>
              </a:defRPr>
            </a:lvl2pPr>
            <a:lvl3pPr>
              <a:defRPr sz="1050" b="1">
                <a:solidFill>
                  <a:schemeClr val="bg1"/>
                </a:solidFill>
              </a:defRPr>
            </a:lvl3pPr>
            <a:lvl4pPr>
              <a:defRPr sz="1000" b="1">
                <a:solidFill>
                  <a:schemeClr val="bg1"/>
                </a:solidFill>
              </a:defRPr>
            </a:lvl4pPr>
            <a:lvl5pPr>
              <a:defRPr sz="1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FD2056-A435-D84E-9DC0-9867E3B0C7DE}"/>
              </a:ext>
            </a:extLst>
          </p:cNvPr>
          <p:cNvSpPr txBox="1"/>
          <p:nvPr userDrawn="1"/>
        </p:nvSpPr>
        <p:spPr>
          <a:xfrm>
            <a:off x="7824175" y="6336157"/>
            <a:ext cx="2286000" cy="36576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2pPr>
            <a:lvl3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3pPr>
            <a:lvl4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4pPr>
            <a:lvl5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5pPr>
            <a:lvl6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6pPr>
            <a:lvl7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7pPr>
            <a:lvl8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8pPr>
            <a:lvl9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9pPr>
          </a:lstStyle>
          <a:p>
            <a:pPr lvl="0" algn="r"/>
            <a:r>
              <a:rPr lang="en-US" sz="800"/>
              <a:t>© 2021 Freeman. All rights reserved.</a:t>
            </a:r>
          </a:p>
        </p:txBody>
      </p:sp>
      <p:pic>
        <p:nvPicPr>
          <p:cNvPr id="18" name="Picture 17" descr="Logo&#10;&#10;Description automatically generated">
            <a:extLst>
              <a:ext uri="{FF2B5EF4-FFF2-40B4-BE49-F238E27FC236}">
                <a16:creationId xmlns:a16="http://schemas.microsoft.com/office/drawing/2014/main" id="{02F04553-706B-B447-A9D0-950C90DD3C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4413" y="6330143"/>
            <a:ext cx="1188720" cy="22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53846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List">
  <p:cSld name="Full List">
    <p:bg>
      <p:bgPr>
        <a:solidFill>
          <a:schemeClr val="accent5"/>
        </a:solidFill>
        <a:effectLst/>
      </p:bgPr>
    </p:bg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9"/>
          <p:cNvSpPr/>
          <p:nvPr/>
        </p:nvSpPr>
        <p:spPr>
          <a:xfrm>
            <a:off x="0" y="-209725"/>
            <a:ext cx="12192000" cy="1125600"/>
          </a:xfrm>
          <a:prstGeom prst="rect">
            <a:avLst/>
          </a:prstGeom>
          <a:solidFill>
            <a:srgbClr val="2225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49"/>
          <p:cNvSpPr txBox="1">
            <a:spLocks noGrp="1"/>
          </p:cNvSpPr>
          <p:nvPr>
            <p:ph type="body" idx="1"/>
          </p:nvPr>
        </p:nvSpPr>
        <p:spPr>
          <a:xfrm>
            <a:off x="1027800" y="1623669"/>
            <a:ext cx="10038300" cy="41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3347"/>
              </a:buClr>
              <a:buSzPts val="1600"/>
              <a:buChar char="•"/>
              <a:defRPr sz="1900" i="0" u="none" strike="noStrike" cap="none">
                <a:solidFill>
                  <a:schemeClr val="dk1"/>
                </a:solidFill>
              </a:defRPr>
            </a:lvl1pPr>
            <a:lvl2pPr marL="914400" marR="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﹘"/>
              <a:defRPr sz="1900" i="0" u="none" strike="noStrike" cap="none">
                <a:solidFill>
                  <a:schemeClr val="dk1"/>
                </a:solidFill>
              </a:defRPr>
            </a:lvl2pPr>
            <a:lvl3pPr marL="1371600" marR="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﹘"/>
              <a:defRPr sz="1900" i="0" u="none" strike="noStrike" cap="none">
                <a:solidFill>
                  <a:schemeClr val="dk1"/>
                </a:solidFill>
              </a:defRPr>
            </a:lvl3pPr>
            <a:lvl4pPr marL="1828800" marR="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﹘"/>
              <a:defRPr sz="1900" i="0" u="none" strike="noStrike" cap="none">
                <a:solidFill>
                  <a:schemeClr val="dk1"/>
                </a:solidFill>
              </a:defRPr>
            </a:lvl4pPr>
            <a:lvl5pPr marL="2286000" marR="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﹘"/>
              <a:defRPr sz="1900" i="0" u="none" strike="noStrike" cap="none">
                <a:solidFill>
                  <a:schemeClr val="dk1"/>
                </a:solidFill>
              </a:defRPr>
            </a:lvl5pPr>
            <a:lvl6pPr marL="2743200" marR="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﹘"/>
              <a:defRPr sz="1900" i="0" u="none" strike="noStrike" cap="none">
                <a:solidFill>
                  <a:schemeClr val="dk1"/>
                </a:solidFill>
              </a:defRPr>
            </a:lvl6pPr>
            <a:lvl7pPr marL="3200400" marR="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﹘"/>
              <a:defRPr sz="1900" i="0" u="none" strike="noStrike" cap="none">
                <a:solidFill>
                  <a:schemeClr val="dk1"/>
                </a:solidFill>
              </a:defRPr>
            </a:lvl7pPr>
            <a:lvl8pPr marL="3657600" marR="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﹘"/>
              <a:defRPr sz="1900" i="0" u="none" strike="noStrike" cap="none">
                <a:solidFill>
                  <a:schemeClr val="dk1"/>
                </a:solidFill>
              </a:defRPr>
            </a:lvl8pPr>
            <a:lvl9pPr marL="4114800" marR="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﹘"/>
              <a:defRPr sz="1900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0" name="Google Shape;360;p49"/>
          <p:cNvSpPr txBox="1">
            <a:spLocks noGrp="1"/>
          </p:cNvSpPr>
          <p:nvPr>
            <p:ph type="title"/>
          </p:nvPr>
        </p:nvSpPr>
        <p:spPr>
          <a:xfrm>
            <a:off x="423793" y="51071"/>
            <a:ext cx="10142100" cy="7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61" name="Google Shape;361;p49"/>
          <p:cNvSpPr txBox="1">
            <a:spLocks noGrp="1"/>
          </p:cNvSpPr>
          <p:nvPr>
            <p:ph type="sldNum" idx="12"/>
          </p:nvPr>
        </p:nvSpPr>
        <p:spPr>
          <a:xfrm>
            <a:off x="11579513" y="6350233"/>
            <a:ext cx="6123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A81"/>
              </a:buClr>
              <a:buSzPts val="800"/>
              <a:buFont typeface="Roboto"/>
              <a:buNone/>
              <a:defRPr sz="800" b="0" i="0" u="none" strike="noStrike" cap="none">
                <a:solidFill>
                  <a:srgbClr val="777A8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A81"/>
              </a:buClr>
              <a:buSzPts val="800"/>
              <a:buFont typeface="Roboto"/>
              <a:buNone/>
              <a:defRPr sz="800" b="0" i="0" u="none" strike="noStrike" cap="none">
                <a:solidFill>
                  <a:srgbClr val="777A8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A81"/>
              </a:buClr>
              <a:buSzPts val="800"/>
              <a:buFont typeface="Roboto"/>
              <a:buNone/>
              <a:defRPr sz="800" b="0" i="0" u="none" strike="noStrike" cap="none">
                <a:solidFill>
                  <a:srgbClr val="777A8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A81"/>
              </a:buClr>
              <a:buSzPts val="800"/>
              <a:buFont typeface="Roboto"/>
              <a:buNone/>
              <a:defRPr sz="800" b="0" i="0" u="none" strike="noStrike" cap="none">
                <a:solidFill>
                  <a:srgbClr val="777A8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A81"/>
              </a:buClr>
              <a:buSzPts val="800"/>
              <a:buFont typeface="Roboto"/>
              <a:buNone/>
              <a:defRPr sz="800" b="0" i="0" u="none" strike="noStrike" cap="none">
                <a:solidFill>
                  <a:srgbClr val="777A8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A81"/>
              </a:buClr>
              <a:buSzPts val="800"/>
              <a:buFont typeface="Roboto"/>
              <a:buNone/>
              <a:defRPr sz="800" b="0" i="0" u="none" strike="noStrike" cap="none">
                <a:solidFill>
                  <a:srgbClr val="777A8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A81"/>
              </a:buClr>
              <a:buSzPts val="800"/>
              <a:buFont typeface="Roboto"/>
              <a:buNone/>
              <a:defRPr sz="800" b="0" i="0" u="none" strike="noStrike" cap="none">
                <a:solidFill>
                  <a:srgbClr val="777A8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A81"/>
              </a:buClr>
              <a:buSzPts val="800"/>
              <a:buFont typeface="Roboto"/>
              <a:buNone/>
              <a:defRPr sz="800" b="0" i="0" u="none" strike="noStrike" cap="none">
                <a:solidFill>
                  <a:srgbClr val="777A8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A81"/>
              </a:buClr>
              <a:buSzPts val="800"/>
              <a:buFont typeface="Roboto"/>
              <a:buNone/>
              <a:defRPr sz="800" b="0" i="0" u="none" strike="noStrike" cap="none">
                <a:solidFill>
                  <a:srgbClr val="777A8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03722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: Blue 1/2+Engaging Exp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6C4C2-9B0F-43E7-B29C-CBF205AA2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33400"/>
            <a:ext cx="5093208" cy="5510784"/>
          </a:xfrm>
        </p:spPr>
        <p:txBody>
          <a:bodyPr anchor="ctr" anchorCtr="0"/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CB840-825A-4B20-B7D6-7F525462D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4B690-613B-4619-B020-123BBBD64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048D4774-0BF2-450E-BABB-F4EE15A71CE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736C05C4-CFE9-418A-9D7E-AD3ACB9FC2B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69880" y="6336792"/>
            <a:ext cx="1188720" cy="228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12136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: Blue 1/2+Progres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6C4C2-9B0F-43E7-B29C-CBF205AA2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33400"/>
            <a:ext cx="5093208" cy="5510784"/>
          </a:xfrm>
        </p:spPr>
        <p:txBody>
          <a:bodyPr anchor="ctr" anchorCtr="0"/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CB840-825A-4B20-B7D6-7F525462D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4B690-613B-4619-B020-123BBBD64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048D4774-0BF2-450E-BABB-F4EE15A71CE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6C2F59BF-0321-264C-A6F8-255081A79BB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69880" y="6336792"/>
            <a:ext cx="1188720" cy="228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38801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: Blue 1/2+Value Ad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6C4C2-9B0F-43E7-B29C-CBF205AA2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33400"/>
            <a:ext cx="5093208" cy="5510784"/>
          </a:xfrm>
        </p:spPr>
        <p:txBody>
          <a:bodyPr anchor="ctr" anchorCtr="0"/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CB840-825A-4B20-B7D6-7F525462D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4B690-613B-4619-B020-123BBBD64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048D4774-0BF2-450E-BABB-F4EE15A71CE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A36E3340-E477-9C4B-BFAC-950EC80714C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69880" y="6336792"/>
            <a:ext cx="1188720" cy="228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56528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: Blue 2/3+Collabora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6C4C2-9B0F-43E7-B29C-CBF205AA2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33400"/>
            <a:ext cx="7136950" cy="5510784"/>
          </a:xfrm>
        </p:spPr>
        <p:txBody>
          <a:bodyPr anchor="ctr" anchorCtr="0"/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CB840-825A-4B20-B7D6-7F525462D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4B690-613B-4619-B020-123BBBD64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048D4774-0BF2-450E-BABB-F4EE15A71CE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C9C15AD6-6E47-CA42-BBFF-AAE9C0E3F9E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69880" y="6336792"/>
            <a:ext cx="1188720" cy="228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87825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: Blue 2/3+Value Ad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6C4C2-9B0F-43E7-B29C-CBF205AA2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33400"/>
            <a:ext cx="7102226" cy="5510784"/>
          </a:xfrm>
        </p:spPr>
        <p:txBody>
          <a:bodyPr anchor="ctr" anchorCtr="0"/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CB840-825A-4B20-B7D6-7F525462D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4B690-613B-4619-B020-123BBBD64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048D4774-0BF2-450E-BABB-F4EE15A71CE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9E5133BD-F0DA-A545-9CE9-5C3A8AD7AE9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69880" y="6336792"/>
            <a:ext cx="1188720" cy="228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50389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: Blue 2/3+Spac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6C4C2-9B0F-43E7-B29C-CBF205AA2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33400"/>
            <a:ext cx="7194823" cy="5510784"/>
          </a:xfrm>
        </p:spPr>
        <p:txBody>
          <a:bodyPr anchor="ctr" anchorCtr="0"/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CB840-825A-4B20-B7D6-7F525462D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4B690-613B-4619-B020-123BBBD64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048D4774-0BF2-450E-BABB-F4EE15A71CE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8B9C35AC-E94A-5D4A-A85C-64798F29CD5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4640" y="6327648"/>
            <a:ext cx="1188720" cy="228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3409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: Blue 2/3+Carro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6C4C2-9B0F-43E7-B29C-CBF205AA2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575121"/>
            <a:ext cx="9278266" cy="2302397"/>
          </a:xfrm>
        </p:spPr>
        <p:txBody>
          <a:bodyPr anchor="t" anchorCtr="0"/>
          <a:lstStyle>
            <a:lvl1pPr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/>
              <a:t>Click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CB840-825A-4B20-B7D6-7F525462D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4B690-613B-4619-B020-123BBBD64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048D4774-0BF2-450E-BABB-F4EE15A71CE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B8A005-C260-6B4F-8184-395E5186FA56}"/>
              </a:ext>
            </a:extLst>
          </p:cNvPr>
          <p:cNvSpPr txBox="1"/>
          <p:nvPr userDrawn="1"/>
        </p:nvSpPr>
        <p:spPr>
          <a:xfrm>
            <a:off x="7939770" y="6336157"/>
            <a:ext cx="2286000" cy="36576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2pPr>
            <a:lvl3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3pPr>
            <a:lvl4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4pPr>
            <a:lvl5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5pPr>
            <a:lvl6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6pPr>
            <a:lvl7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7pPr>
            <a:lvl8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8pPr>
            <a:lvl9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9pPr>
          </a:lstStyle>
          <a:p>
            <a:pPr lvl="0" algn="r"/>
            <a:r>
              <a:rPr lang="en-US" sz="800">
                <a:solidFill>
                  <a:schemeClr val="bg1"/>
                </a:solidFill>
              </a:rPr>
              <a:t>© 2021 Freeman. All rights reserved.</a:t>
            </a:r>
          </a:p>
        </p:txBody>
      </p:sp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E3FF2DBE-D0DD-8246-ADE4-7D9E1491969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69880" y="6336792"/>
            <a:ext cx="1188720" cy="228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1368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40" userDrawn="1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: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6C4C2-9B0F-43E7-B29C-CBF205AA2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33400"/>
            <a:ext cx="11091672" cy="5415987"/>
          </a:xfrm>
        </p:spPr>
        <p:txBody>
          <a:bodyPr anchor="ctr" anchorCtr="0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CB840-825A-4B20-B7D6-7F525462D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4B690-613B-4619-B020-123BBBD64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048D4774-0BF2-450E-BABB-F4EE15A71CE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C8599F-394D-4B89-AF18-E10E215E01AE}"/>
              </a:ext>
            </a:extLst>
          </p:cNvPr>
          <p:cNvSpPr txBox="1"/>
          <p:nvPr userDrawn="1"/>
        </p:nvSpPr>
        <p:spPr>
          <a:xfrm>
            <a:off x="7858747" y="6336157"/>
            <a:ext cx="2286000" cy="36576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2pPr>
            <a:lvl3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3pPr>
            <a:lvl4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4pPr>
            <a:lvl5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5pPr>
            <a:lvl6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6pPr>
            <a:lvl7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7pPr>
            <a:lvl8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8pPr>
            <a:lvl9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9pPr>
          </a:lstStyle>
          <a:p>
            <a:pPr lvl="0" algn="r"/>
            <a:r>
              <a:rPr lang="en-US" sz="800">
                <a:solidFill>
                  <a:schemeClr val="bg1"/>
                </a:solidFill>
              </a:rPr>
              <a:t>© 2021 Freeman. All rights reserved.</a:t>
            </a:r>
          </a:p>
        </p:txBody>
      </p:sp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9F88C6F2-0998-7F41-8D75-87014726C6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69880" y="6336792"/>
            <a:ext cx="1188720" cy="228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06256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: Lt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6C4C2-9B0F-43E7-B29C-CBF205AA2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33400"/>
            <a:ext cx="11091672" cy="5510784"/>
          </a:xfrm>
        </p:spPr>
        <p:txBody>
          <a:bodyPr anchor="ctr" anchorCtr="0"/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CB840-825A-4B20-B7D6-7F525462D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4B690-613B-4619-B020-123BBBD64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048D4774-0BF2-450E-BABB-F4EE15A71CE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68E332B5-EE7D-46A0-86D7-D0CC581CFA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69880" y="6336792"/>
            <a:ext cx="1188720" cy="22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84870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: Lt Blue 1/2+Engaging Exp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6C4C2-9B0F-43E7-B29C-CBF205AA2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33400"/>
            <a:ext cx="5093208" cy="5510784"/>
          </a:xfrm>
        </p:spPr>
        <p:txBody>
          <a:bodyPr anchor="ctr" anchorCtr="0"/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CB840-825A-4B20-B7D6-7F525462D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4B690-613B-4619-B020-123BBBD64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048D4774-0BF2-450E-BABB-F4EE15A71CE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F651D4C9-7338-3F45-AFCF-396E624D0A5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69880" y="6336792"/>
            <a:ext cx="1188720" cy="22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4980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: Lt Blue 2/3+Spac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6C4C2-9B0F-43E7-B29C-CBF205AA2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33400"/>
            <a:ext cx="7183249" cy="5510784"/>
          </a:xfrm>
        </p:spPr>
        <p:txBody>
          <a:bodyPr anchor="ctr" anchorCtr="0"/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CB840-825A-4B20-B7D6-7F525462D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4B690-613B-4619-B020-123BBBD64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048D4774-0BF2-450E-BABB-F4EE15A71CE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B00C737A-31E8-B043-8BD9-3DDA5D08640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69880" y="6336792"/>
            <a:ext cx="1188720" cy="22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75623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: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6C4C2-9B0F-43E7-B29C-CBF205AA2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33400"/>
            <a:ext cx="11091672" cy="5510784"/>
          </a:xfrm>
        </p:spPr>
        <p:txBody>
          <a:bodyPr anchor="ctr" anchorCtr="0"/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CB840-825A-4B20-B7D6-7F525462D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4B690-613B-4619-B020-123BBBD64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048D4774-0BF2-450E-BABB-F4EE15A71CE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2E5A1B2C-F318-9F41-8EE9-28BDED6EEE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69880" y="6336792"/>
            <a:ext cx="1188720" cy="22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9061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: Green 1/2+Engaging Exp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6C4C2-9B0F-43E7-B29C-CBF205AA2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33400"/>
            <a:ext cx="5093208" cy="5510784"/>
          </a:xfrm>
        </p:spPr>
        <p:txBody>
          <a:bodyPr anchor="ctr" anchorCtr="0"/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CB840-825A-4B20-B7D6-7F525462D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4B690-613B-4619-B020-123BBBD64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048D4774-0BF2-450E-BABB-F4EE15A71CE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0E1D197E-5151-C94F-A330-8C8F6BAC92C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69880" y="6336792"/>
            <a:ext cx="1188720" cy="22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46484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: Green 2/3+Value Ad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6C4C2-9B0F-43E7-B29C-CBF205AA2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33400"/>
            <a:ext cx="6986016" cy="5524500"/>
          </a:xfrm>
        </p:spPr>
        <p:txBody>
          <a:bodyPr anchor="ctr" anchorCtr="0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CB840-825A-4B20-B7D6-7F525462D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4B690-613B-4619-B020-123BBBD64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048D4774-0BF2-450E-BABB-F4EE15A71CE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2576B17E-2CA4-154B-B68A-F7E7CF2C1BC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69880" y="6336792"/>
            <a:ext cx="1188720" cy="22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66131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: Gold">
    <p:bg>
      <p:bgPr>
        <a:solidFill>
          <a:srgbClr val="FFB5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6C4C2-9B0F-43E7-B29C-CBF205AA2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33400"/>
            <a:ext cx="11091672" cy="5510784"/>
          </a:xfrm>
        </p:spPr>
        <p:txBody>
          <a:bodyPr anchor="ctr" anchorCtr="0"/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CB840-825A-4B20-B7D6-7F525462D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4B690-613B-4619-B020-123BBBD64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048D4774-0BF2-450E-BABB-F4EE15A71CE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2E5A1B2C-F318-9F41-8EE9-28BDED6EEE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69880" y="6336792"/>
            <a:ext cx="1188720" cy="22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50752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: Gold 1/2+Spac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6C4C2-9B0F-43E7-B29C-CBF205AA2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33400"/>
            <a:ext cx="5093208" cy="5510784"/>
          </a:xfrm>
        </p:spPr>
        <p:txBody>
          <a:bodyPr anchor="ctr" anchorCtr="0"/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CB840-825A-4B20-B7D6-7F525462D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4B690-613B-4619-B020-123BBBD64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048D4774-0BF2-450E-BABB-F4EE15A71CE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CF4E9903-19D2-3B47-9FC0-00C4AB9F22C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69880" y="6336792"/>
            <a:ext cx="1188720" cy="22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29002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: Gold 2/3+Engaging Exp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6C4C2-9B0F-43E7-B29C-CBF205AA2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33400"/>
            <a:ext cx="7125375" cy="5510784"/>
          </a:xfrm>
        </p:spPr>
        <p:txBody>
          <a:bodyPr anchor="ctr" anchorCtr="0"/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CB840-825A-4B20-B7D6-7F525462D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4B690-613B-4619-B020-123BBBD64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048D4774-0BF2-450E-BABB-F4EE15A71CE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B430E385-4600-DA4E-BCA5-AFACE2932DC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69880" y="6336792"/>
            <a:ext cx="1188720" cy="22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37570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: Orange">
    <p:bg>
      <p:bgPr>
        <a:solidFill>
          <a:srgbClr val="FB47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6C4C2-9B0F-43E7-B29C-CBF205AA2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33400"/>
            <a:ext cx="11091672" cy="5510784"/>
          </a:xfrm>
        </p:spPr>
        <p:txBody>
          <a:bodyPr anchor="ctr" anchorCtr="0"/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CB840-825A-4B20-B7D6-7F525462D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4B690-613B-4619-B020-123BBBD64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048D4774-0BF2-450E-BABB-F4EE15A71CE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2E5A1B2C-F318-9F41-8EE9-28BDED6EEE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69880" y="6336792"/>
            <a:ext cx="1188720" cy="22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40974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: Orange 1/2+Engaging Exp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6C4C2-9B0F-43E7-B29C-CBF205AA2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33400"/>
            <a:ext cx="5093208" cy="5510784"/>
          </a:xfrm>
        </p:spPr>
        <p:txBody>
          <a:bodyPr anchor="ctr" anchorCtr="0"/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CB840-825A-4B20-B7D6-7F525462D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4B690-613B-4619-B020-123BBBD64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048D4774-0BF2-450E-BABB-F4EE15A71CE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0EB55A7A-35D9-524D-A391-17286065071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69880" y="6336792"/>
            <a:ext cx="1188720" cy="22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20695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: Orange 2/3+Progres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6C4C2-9B0F-43E7-B29C-CBF205AA2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33400"/>
            <a:ext cx="7287421" cy="5510784"/>
          </a:xfrm>
        </p:spPr>
        <p:txBody>
          <a:bodyPr anchor="ctr" anchorCtr="0"/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CB840-825A-4B20-B7D6-7F525462D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4B690-613B-4619-B020-123BBBD64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048D4774-0BF2-450E-BABB-F4EE15A71CE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A34FADA-289D-9A49-BADE-126ECD824E2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69880" y="6336792"/>
            <a:ext cx="1188720" cy="22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06737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: Magenta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6C4C2-9B0F-43E7-B29C-CBF205AA2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33400"/>
            <a:ext cx="11091672" cy="5510784"/>
          </a:xfrm>
        </p:spPr>
        <p:txBody>
          <a:bodyPr anchor="ctr" anchorCtr="0"/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CB840-825A-4B20-B7D6-7F525462D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4B690-613B-4619-B020-123BBBD64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048D4774-0BF2-450E-BABB-F4EE15A71CE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2E5A1B2C-F318-9F41-8EE9-28BDED6EEE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69880" y="6336792"/>
            <a:ext cx="1188720" cy="22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65728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: Magenta 1/2+Progres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6C4C2-9B0F-43E7-B29C-CBF205AA2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33400"/>
            <a:ext cx="5093208" cy="5510784"/>
          </a:xfrm>
        </p:spPr>
        <p:txBody>
          <a:bodyPr anchor="ctr" anchorCtr="0"/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CB840-825A-4B20-B7D6-7F525462D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4B690-613B-4619-B020-123BBBD64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048D4774-0BF2-450E-BABB-F4EE15A71CE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F140FFF3-A104-C849-A98A-3AB50D5BC7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69880" y="6336792"/>
            <a:ext cx="1188720" cy="22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71968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: Magenta 2/3+Collabora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6C4C2-9B0F-43E7-B29C-CBF205AA2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33400"/>
            <a:ext cx="6986016" cy="5510784"/>
          </a:xfrm>
        </p:spPr>
        <p:txBody>
          <a:bodyPr anchor="ctr" anchorCtr="0"/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CB840-825A-4B20-B7D6-7F525462D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4B690-613B-4619-B020-123BBBD64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048D4774-0BF2-450E-BABB-F4EE15A71CE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8BEC507C-90F8-484F-94ED-E10B0F80091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69880" y="6336792"/>
            <a:ext cx="1188720" cy="22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9286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: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6C4C2-9B0F-43E7-B29C-CBF205AA2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33400"/>
            <a:ext cx="11109960" cy="5510784"/>
          </a:xfrm>
        </p:spPr>
        <p:txBody>
          <a:bodyPr anchor="ctr" anchorCtr="0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CB840-825A-4B20-B7D6-7F525462D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 anchorCtr="0"/>
          <a:lstStyle>
            <a:lvl1pPr>
              <a:defRPr>
                <a:solidFill>
                  <a:srgbClr val="898989"/>
                </a:solidFill>
              </a:defRPr>
            </a:lvl1pPr>
            <a:lvl2pPr>
              <a:defRPr>
                <a:solidFill>
                  <a:srgbClr val="898989"/>
                </a:solidFill>
              </a:defRPr>
            </a:lvl2pPr>
            <a:lvl3pPr>
              <a:defRPr>
                <a:solidFill>
                  <a:srgbClr val="898989"/>
                </a:solidFill>
              </a:defRPr>
            </a:lvl3pPr>
            <a:lvl4pPr>
              <a:defRPr>
                <a:solidFill>
                  <a:srgbClr val="898989"/>
                </a:solidFill>
              </a:defRPr>
            </a:lvl4pPr>
            <a:lvl5pPr>
              <a:defRPr>
                <a:solidFill>
                  <a:srgbClr val="898989"/>
                </a:solidFill>
              </a:defRPr>
            </a:lvl5pPr>
            <a:lvl6pPr>
              <a:defRPr>
                <a:solidFill>
                  <a:srgbClr val="898989"/>
                </a:solidFill>
              </a:defRPr>
            </a:lvl6pPr>
            <a:lvl7pPr>
              <a:defRPr>
                <a:solidFill>
                  <a:srgbClr val="898989"/>
                </a:solidFill>
              </a:defRPr>
            </a:lvl7pPr>
            <a:lvl8pPr>
              <a:defRPr>
                <a:solidFill>
                  <a:srgbClr val="898989"/>
                </a:solidFill>
              </a:defRPr>
            </a:lvl8pPr>
            <a:lvl9pPr>
              <a:defRPr>
                <a:solidFill>
                  <a:srgbClr val="898989"/>
                </a:solidFill>
              </a:defRPr>
            </a:lvl9pPr>
          </a:lstStyle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4B690-613B-4619-B020-123BBBD64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>
            <a:lvl1pPr>
              <a:defRPr>
                <a:solidFill>
                  <a:srgbClr val="898989"/>
                </a:solidFill>
              </a:defRPr>
            </a:lvl1pPr>
            <a:lvl2pPr>
              <a:defRPr>
                <a:solidFill>
                  <a:srgbClr val="898989"/>
                </a:solidFill>
              </a:defRPr>
            </a:lvl2pPr>
            <a:lvl3pPr>
              <a:defRPr>
                <a:solidFill>
                  <a:srgbClr val="898989"/>
                </a:solidFill>
              </a:defRPr>
            </a:lvl3pPr>
            <a:lvl4pPr>
              <a:defRPr>
                <a:solidFill>
                  <a:srgbClr val="898989"/>
                </a:solidFill>
              </a:defRPr>
            </a:lvl4pPr>
            <a:lvl5pPr>
              <a:defRPr>
                <a:solidFill>
                  <a:srgbClr val="898989"/>
                </a:solidFill>
              </a:defRPr>
            </a:lvl5pPr>
            <a:lvl6pPr>
              <a:defRPr>
                <a:solidFill>
                  <a:srgbClr val="898989"/>
                </a:solidFill>
              </a:defRPr>
            </a:lvl6pPr>
            <a:lvl7pPr>
              <a:defRPr>
                <a:solidFill>
                  <a:srgbClr val="898989"/>
                </a:solidFill>
              </a:defRPr>
            </a:lvl7pPr>
            <a:lvl8pPr>
              <a:defRPr>
                <a:solidFill>
                  <a:srgbClr val="898989"/>
                </a:solidFill>
              </a:defRPr>
            </a:lvl8pPr>
            <a:lvl9pPr>
              <a:defRPr>
                <a:solidFill>
                  <a:srgbClr val="898989"/>
                </a:solidFill>
              </a:defRPr>
            </a:lvl9pPr>
          </a:lstStyle>
          <a:p>
            <a:fld id="{048D4774-0BF2-450E-BABB-F4EE15A71CE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C57ADD-1153-6D46-8447-E475E668F302}"/>
              </a:ext>
            </a:extLst>
          </p:cNvPr>
          <p:cNvSpPr txBox="1"/>
          <p:nvPr userDrawn="1"/>
        </p:nvSpPr>
        <p:spPr>
          <a:xfrm>
            <a:off x="7824175" y="6336157"/>
            <a:ext cx="2286000" cy="36576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2pPr>
            <a:lvl3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3pPr>
            <a:lvl4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4pPr>
            <a:lvl5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5pPr>
            <a:lvl6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6pPr>
            <a:lvl7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7pPr>
            <a:lvl8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8pPr>
            <a:lvl9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9pPr>
          </a:lstStyle>
          <a:p>
            <a:pPr lvl="0" algn="r"/>
            <a:r>
              <a:rPr lang="en-US" sz="800"/>
              <a:t>© 2021 Freeman. All rights reserved.</a:t>
            </a:r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CD8F74EB-617E-A142-AD63-030BDA7789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4413" y="6330143"/>
            <a:ext cx="1188720" cy="22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22421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: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6C4C2-9B0F-43E7-B29C-CBF205AA2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33400"/>
            <a:ext cx="11091672" cy="5510784"/>
          </a:xfrm>
        </p:spPr>
        <p:txBody>
          <a:bodyPr anchor="ctr" anchorCtr="0"/>
          <a:lstStyle>
            <a:lvl1pPr>
              <a:defRPr sz="54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CB840-825A-4B20-B7D6-7F525462D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4B690-613B-4619-B020-123BBBD64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048D4774-0BF2-450E-BABB-F4EE15A71CE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2B484DAF-E71D-8D4C-81A7-66D6C8C441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69880" y="6336792"/>
            <a:ext cx="1188720" cy="22813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70DC585-11F0-3F48-9BF7-B8C0101B55ED}"/>
              </a:ext>
            </a:extLst>
          </p:cNvPr>
          <p:cNvSpPr txBox="1"/>
          <p:nvPr userDrawn="1"/>
        </p:nvSpPr>
        <p:spPr>
          <a:xfrm>
            <a:off x="7824175" y="6336157"/>
            <a:ext cx="2286000" cy="36576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2pPr>
            <a:lvl3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3pPr>
            <a:lvl4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4pPr>
            <a:lvl5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5pPr>
            <a:lvl6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6pPr>
            <a:lvl7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7pPr>
            <a:lvl8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8pPr>
            <a:lvl9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9pPr>
          </a:lstStyle>
          <a:p>
            <a:pPr lvl="0" algn="r"/>
            <a:r>
              <a:rPr lang="en-US" sz="800">
                <a:solidFill>
                  <a:schemeClr val="bg1"/>
                </a:solidFill>
              </a:rPr>
              <a:t>© 2021 Freeman.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0977668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: Blue Thank 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BDFF4F-A14F-453F-869E-5159A615F232}"/>
              </a:ext>
            </a:extLst>
          </p:cNvPr>
          <p:cNvSpPr txBox="1"/>
          <p:nvPr userDrawn="1"/>
        </p:nvSpPr>
        <p:spPr>
          <a:xfrm>
            <a:off x="548641" y="1602844"/>
            <a:ext cx="5007207" cy="92333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6000">
                <a:solidFill>
                  <a:schemeClr val="bg1"/>
                </a:solidFill>
                <a:latin typeface="+mj-lt"/>
              </a:rPr>
              <a:t>Thank you.</a:t>
            </a: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0859E58D-A3A0-4D19-A38F-465ECF7728E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638" y="5891420"/>
            <a:ext cx="2286000" cy="4387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EF31C00-A265-4A68-84A8-9135E5585851}"/>
              </a:ext>
            </a:extLst>
          </p:cNvPr>
          <p:cNvSpPr txBox="1"/>
          <p:nvPr userDrawn="1"/>
        </p:nvSpPr>
        <p:spPr>
          <a:xfrm>
            <a:off x="9365887" y="5987522"/>
            <a:ext cx="2286000" cy="36576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2pPr>
            <a:lvl3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3pPr>
            <a:lvl4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4pPr>
            <a:lvl5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5pPr>
            <a:lvl6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6pPr>
            <a:lvl7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7pPr>
            <a:lvl8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8pPr>
            <a:lvl9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9pPr>
          </a:lstStyle>
          <a:p>
            <a:pPr lvl="0" algn="r"/>
            <a:r>
              <a:rPr lang="en-US" sz="800">
                <a:solidFill>
                  <a:schemeClr val="bg1"/>
                </a:solidFill>
              </a:rPr>
              <a:t>© 2021 Freeman.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319904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40" userDrawn="1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: Blue Pi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D9016B3-2962-4447-BFE9-DEB18CB7253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5475288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BDFF4F-A14F-453F-869E-5159A615F232}"/>
              </a:ext>
            </a:extLst>
          </p:cNvPr>
          <p:cNvSpPr txBox="1"/>
          <p:nvPr userDrawn="1"/>
        </p:nvSpPr>
        <p:spPr>
          <a:xfrm>
            <a:off x="548641" y="1602844"/>
            <a:ext cx="5007207" cy="92333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6000">
                <a:solidFill>
                  <a:schemeClr val="bg1"/>
                </a:solidFill>
                <a:latin typeface="+mj-lt"/>
              </a:rPr>
              <a:t>Thank you.</a:t>
            </a: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0859E58D-A3A0-4D19-A38F-465ECF7728E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638" y="5891420"/>
            <a:ext cx="2286000" cy="4387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EF31C00-A265-4A68-84A8-9135E5585851}"/>
              </a:ext>
            </a:extLst>
          </p:cNvPr>
          <p:cNvSpPr txBox="1"/>
          <p:nvPr userDrawn="1"/>
        </p:nvSpPr>
        <p:spPr>
          <a:xfrm>
            <a:off x="9365887" y="5987522"/>
            <a:ext cx="2286000" cy="36576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2pPr>
            <a:lvl3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3pPr>
            <a:lvl4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4pPr>
            <a:lvl5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5pPr>
            <a:lvl6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6pPr>
            <a:lvl7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7pPr>
            <a:lvl8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8pPr>
            <a:lvl9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9pPr>
          </a:lstStyle>
          <a:p>
            <a:pPr lvl="0" algn="r"/>
            <a:r>
              <a:rPr lang="en-US" sz="800">
                <a:solidFill>
                  <a:schemeClr val="bg1"/>
                </a:solidFill>
              </a:rPr>
              <a:t>© 2021 Freeman.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2458122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40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: Thank you + pi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D9016B3-2962-4447-BFE9-DEB18CB7253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BDFF4F-A14F-453F-869E-5159A615F232}"/>
              </a:ext>
            </a:extLst>
          </p:cNvPr>
          <p:cNvSpPr txBox="1"/>
          <p:nvPr userDrawn="1"/>
        </p:nvSpPr>
        <p:spPr>
          <a:xfrm>
            <a:off x="548641" y="1602844"/>
            <a:ext cx="5007207" cy="92333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6000">
                <a:solidFill>
                  <a:schemeClr val="bg1"/>
                </a:solidFill>
                <a:latin typeface="+mj-lt"/>
              </a:rPr>
              <a:t>Thank you.</a:t>
            </a: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0859E58D-A3A0-4D19-A38F-465ECF7728E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638" y="5891420"/>
            <a:ext cx="2286000" cy="4387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EF31C00-A265-4A68-84A8-9135E5585851}"/>
              </a:ext>
            </a:extLst>
          </p:cNvPr>
          <p:cNvSpPr txBox="1"/>
          <p:nvPr userDrawn="1"/>
        </p:nvSpPr>
        <p:spPr>
          <a:xfrm>
            <a:off x="9365887" y="5987522"/>
            <a:ext cx="2286000" cy="36576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2pPr>
            <a:lvl3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3pPr>
            <a:lvl4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4pPr>
            <a:lvl5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5pPr>
            <a:lvl6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6pPr>
            <a:lvl7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7pPr>
            <a:lvl8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8pPr>
            <a:lvl9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9pPr>
          </a:lstStyle>
          <a:p>
            <a:pPr lvl="0" algn="r"/>
            <a:r>
              <a:rPr lang="en-US" sz="800">
                <a:solidFill>
                  <a:schemeClr val="bg1"/>
                </a:solidFill>
              </a:rPr>
              <a:t>© 2021 Freeman.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240403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40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: Blue Contact Inf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7ED7B9-050C-442F-A12A-9E1C8EC98E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640" y="3886200"/>
            <a:ext cx="3858768" cy="143560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BA8DE350-E8DE-1E47-8F0C-0BDEB2C2E01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638" y="5891420"/>
            <a:ext cx="2286000" cy="4387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E7D16F6-67A3-A84A-BC4B-77AAB7B88A1D}"/>
              </a:ext>
            </a:extLst>
          </p:cNvPr>
          <p:cNvSpPr txBox="1"/>
          <p:nvPr userDrawn="1"/>
        </p:nvSpPr>
        <p:spPr>
          <a:xfrm>
            <a:off x="9365887" y="5987522"/>
            <a:ext cx="2286000" cy="36576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2pPr>
            <a:lvl3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3pPr>
            <a:lvl4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4pPr>
            <a:lvl5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5pPr>
            <a:lvl6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6pPr>
            <a:lvl7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7pPr>
            <a:lvl8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8pPr>
            <a:lvl9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9pPr>
          </a:lstStyle>
          <a:p>
            <a:pPr lvl="0" algn="r"/>
            <a:r>
              <a:rPr lang="en-US" sz="800">
                <a:solidFill>
                  <a:schemeClr val="bg1"/>
                </a:solidFill>
              </a:rPr>
              <a:t>© 2021 Freeman.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99867129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: Blue Text + Contac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7ED7B9-050C-442F-A12A-9E1C8EC98E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640" y="3886200"/>
            <a:ext cx="3858768" cy="143560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BA8DE350-E8DE-1E47-8F0C-0BDEB2C2E01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638" y="5891420"/>
            <a:ext cx="2286000" cy="4387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E7D16F6-67A3-A84A-BC4B-77AAB7B88A1D}"/>
              </a:ext>
            </a:extLst>
          </p:cNvPr>
          <p:cNvSpPr txBox="1"/>
          <p:nvPr userDrawn="1"/>
        </p:nvSpPr>
        <p:spPr>
          <a:xfrm>
            <a:off x="9365887" y="5987522"/>
            <a:ext cx="2286000" cy="36576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2pPr>
            <a:lvl3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3pPr>
            <a:lvl4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4pPr>
            <a:lvl5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5pPr>
            <a:lvl6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6pPr>
            <a:lvl7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7pPr>
            <a:lvl8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8pPr>
            <a:lvl9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9pPr>
          </a:lstStyle>
          <a:p>
            <a:pPr lvl="0" algn="r"/>
            <a:r>
              <a:rPr lang="en-US" sz="800">
                <a:solidFill>
                  <a:schemeClr val="bg1"/>
                </a:solidFill>
              </a:rPr>
              <a:t>© 2021 Freeman. All rights reserved.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63B4F-BD89-0043-80D5-C91DDBF760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3400" y="903794"/>
            <a:ext cx="10612438" cy="1630363"/>
          </a:xfrm>
        </p:spPr>
        <p:txBody>
          <a:bodyPr anchor="b"/>
          <a:lstStyle>
            <a:lvl1pPr marL="0" indent="0">
              <a:buNone/>
              <a:defRPr sz="600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>
                <a:solidFill>
                  <a:schemeClr val="bg1"/>
                </a:solidFill>
                <a:latin typeface="+mj-lt"/>
              </a:defRPr>
            </a:lvl2pPr>
            <a:lvl3pPr marL="344488" indent="0">
              <a:buNone/>
              <a:defRPr>
                <a:solidFill>
                  <a:schemeClr val="bg1"/>
                </a:solidFill>
                <a:latin typeface="+mj-lt"/>
              </a:defRPr>
            </a:lvl3pPr>
            <a:lvl4pPr marL="685800" indent="0">
              <a:buNone/>
              <a:defRPr>
                <a:solidFill>
                  <a:schemeClr val="bg1"/>
                </a:solidFill>
                <a:latin typeface="+mj-lt"/>
              </a:defRPr>
            </a:lvl4pPr>
            <a:lvl5pPr marL="685800" indent="0">
              <a:buNone/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447683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40" userDrawn="1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: White Thank 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58F80EC6-BC91-490A-8D68-CF9D504861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638" y="5888736"/>
            <a:ext cx="2286000" cy="4387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9A74CA-417F-374E-ADD2-7554E11666EC}"/>
              </a:ext>
            </a:extLst>
          </p:cNvPr>
          <p:cNvSpPr txBox="1"/>
          <p:nvPr userDrawn="1"/>
        </p:nvSpPr>
        <p:spPr>
          <a:xfrm>
            <a:off x="548641" y="1602844"/>
            <a:ext cx="5007207" cy="92333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6000">
                <a:solidFill>
                  <a:schemeClr val="accent2"/>
                </a:solidFill>
                <a:latin typeface="+mj-lt"/>
              </a:rPr>
              <a:t>Thank You.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D7874F-B555-5945-A8B5-9737554AE6C9}"/>
              </a:ext>
            </a:extLst>
          </p:cNvPr>
          <p:cNvSpPr txBox="1"/>
          <p:nvPr userDrawn="1"/>
        </p:nvSpPr>
        <p:spPr>
          <a:xfrm>
            <a:off x="9365887" y="5987522"/>
            <a:ext cx="2286000" cy="36576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2pPr>
            <a:lvl3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3pPr>
            <a:lvl4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4pPr>
            <a:lvl5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5pPr>
            <a:lvl6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6pPr>
            <a:lvl7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7pPr>
            <a:lvl8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8pPr>
            <a:lvl9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9pPr>
          </a:lstStyle>
          <a:p>
            <a:pPr lvl="0" algn="r"/>
            <a:r>
              <a:rPr lang="en-US" sz="800">
                <a:solidFill>
                  <a:schemeClr val="bg2"/>
                </a:solidFill>
              </a:rPr>
              <a:t>© 2021 Freeman.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59818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40" userDrawn="1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: White Contact Inf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7ED7B9-050C-442F-A12A-9E1C8EC98E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640" y="3886200"/>
            <a:ext cx="3858768" cy="143560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282E871A-408F-AF49-AC29-4D0C200F83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638" y="5888736"/>
            <a:ext cx="2286000" cy="4387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FF20770-60D0-9741-BEB0-0E4F309F87C3}"/>
              </a:ext>
            </a:extLst>
          </p:cNvPr>
          <p:cNvSpPr txBox="1"/>
          <p:nvPr userDrawn="1"/>
        </p:nvSpPr>
        <p:spPr>
          <a:xfrm>
            <a:off x="9365887" y="5987522"/>
            <a:ext cx="2286000" cy="36576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2pPr>
            <a:lvl3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3pPr>
            <a:lvl4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4pPr>
            <a:lvl5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5pPr>
            <a:lvl6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6pPr>
            <a:lvl7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7pPr>
            <a:lvl8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8pPr>
            <a:lvl9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9pPr>
          </a:lstStyle>
          <a:p>
            <a:pPr lvl="0" algn="r"/>
            <a:r>
              <a:rPr lang="en-US" sz="800">
                <a:solidFill>
                  <a:schemeClr val="bg2"/>
                </a:solidFill>
              </a:rPr>
              <a:t>© 2021 Freeman.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34423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46.xml"/><Relationship Id="rId20" Type="http://schemas.openxmlformats.org/officeDocument/2006/relationships/theme" Target="../theme/theme4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0.xml"/><Relationship Id="rId19" Type="http://schemas.openxmlformats.org/officeDocument/2006/relationships/slideLayout" Target="../slideLayouts/slideLayout49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5" Type="http://schemas.openxmlformats.org/officeDocument/2006/relationships/slideLayout" Target="../slideLayouts/slideLayout54.xml"/><Relationship Id="rId4" Type="http://schemas.openxmlformats.org/officeDocument/2006/relationships/slideLayout" Target="../slideLayouts/slideLayout53.xml"/><Relationship Id="rId9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70.xml"/><Relationship Id="rId18" Type="http://schemas.openxmlformats.org/officeDocument/2006/relationships/theme" Target="../theme/theme6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9.xml"/><Relationship Id="rId17" Type="http://schemas.openxmlformats.org/officeDocument/2006/relationships/slideLayout" Target="../slideLayouts/slideLayout74.xml"/><Relationship Id="rId2" Type="http://schemas.openxmlformats.org/officeDocument/2006/relationships/slideLayout" Target="../slideLayouts/slideLayout59.xml"/><Relationship Id="rId16" Type="http://schemas.openxmlformats.org/officeDocument/2006/relationships/slideLayout" Target="../slideLayouts/slideLayout73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5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71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theme" Target="../theme/theme7.xml"/><Relationship Id="rId3" Type="http://schemas.openxmlformats.org/officeDocument/2006/relationships/slideLayout" Target="../slideLayouts/slideLayout77.xml"/><Relationship Id="rId7" Type="http://schemas.openxmlformats.org/officeDocument/2006/relationships/slideLayout" Target="../slideLayouts/slideLayout81.xml"/><Relationship Id="rId2" Type="http://schemas.openxmlformats.org/officeDocument/2006/relationships/slideLayout" Target="../slideLayouts/slideLayout76.xml"/><Relationship Id="rId1" Type="http://schemas.openxmlformats.org/officeDocument/2006/relationships/slideLayout" Target="../slideLayouts/slideLayout75.xml"/><Relationship Id="rId6" Type="http://schemas.openxmlformats.org/officeDocument/2006/relationships/slideLayout" Target="../slideLayouts/slideLayout80.xml"/><Relationship Id="rId5" Type="http://schemas.openxmlformats.org/officeDocument/2006/relationships/slideLayout" Target="../slideLayouts/slideLayout79.xml"/><Relationship Id="rId4" Type="http://schemas.openxmlformats.org/officeDocument/2006/relationships/slideLayout" Target="../slideLayouts/slideLayout7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CA6DDE-F801-4D3A-8170-D2F951E06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57200"/>
            <a:ext cx="11091672" cy="54864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306331-2B9C-424F-9B7C-00BC6F113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1371600"/>
            <a:ext cx="11091672" cy="46863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71E74-CA6B-4334-BAE6-ACEE281E6F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5840" y="6336792"/>
            <a:ext cx="5093208" cy="365125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2pPr>
            <a:lvl3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3pPr>
            <a:lvl4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4pPr>
            <a:lvl5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5pPr>
            <a:lvl6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6pPr>
            <a:lvl7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7pPr>
            <a:lvl8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8pPr>
            <a:lvl9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9pPr>
          </a:lstStyle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714DF-5CA4-4D3C-99E8-896B0DC5AF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8640" y="6336792"/>
            <a:ext cx="365760" cy="365125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2pPr>
            <a:lvl3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3pPr>
            <a:lvl4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4pPr>
            <a:lvl5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5pPr>
            <a:lvl6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6pPr>
            <a:lvl7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7pPr>
            <a:lvl8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8pPr>
            <a:lvl9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9pPr>
          </a:lstStyle>
          <a:p>
            <a:fld id="{048D4774-0BF2-450E-BABB-F4EE15A71C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931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868" r:id="rId4"/>
    <p:sldLayoutId id="2147483869" r:id="rId5"/>
    <p:sldLayoutId id="2147483887" r:id="rId6"/>
    <p:sldLayoutId id="2147483920" r:id="rId7"/>
    <p:sldLayoutId id="2147483888" r:id="rId8"/>
    <p:sldLayoutId id="2147483889" r:id="rId9"/>
    <p:sldLayoutId id="2147483890" r:id="rId10"/>
    <p:sldLayoutId id="2147483891" r:id="rId11"/>
    <p:sldLayoutId id="2147483892" r:id="rId12"/>
    <p:sldLayoutId id="2147483896" r:id="rId13"/>
    <p:sldLayoutId id="2147483897" r:id="rId14"/>
    <p:sldLayoutId id="2147483898" r:id="rId15"/>
    <p:sldLayoutId id="2147483932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1775" indent="-231775" algn="l" defTabSz="914400" rtl="0" eaLnBrk="1" latinLnBrk="0" hangingPunct="1">
        <a:lnSpc>
          <a:spcPct val="112000"/>
        </a:lnSpc>
        <a:spcBef>
          <a:spcPts val="10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73088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914400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914400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914400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36" userDrawn="1">
          <p15:clr>
            <a:srgbClr val="F26B43"/>
          </p15:clr>
        </p15:guide>
        <p15:guide id="3" orient="horz" pos="3816" userDrawn="1">
          <p15:clr>
            <a:srgbClr val="F26B43"/>
          </p15:clr>
        </p15:guide>
        <p15:guide id="4" pos="3840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36" userDrawn="1">
          <p15:clr>
            <a:srgbClr val="F26B43"/>
          </p15:clr>
        </p15:guide>
        <p15:guide id="7" orient="horz" pos="398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CA6DDE-F801-4D3A-8170-D2F951E06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57200"/>
            <a:ext cx="11091672" cy="54864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306331-2B9C-424F-9B7C-00BC6F113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1371600"/>
            <a:ext cx="11091672" cy="46863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71E74-CA6B-4334-BAE6-ACEE281E6F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5840" y="6336792"/>
            <a:ext cx="5093208" cy="365125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2pPr>
            <a:lvl3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3pPr>
            <a:lvl4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4pPr>
            <a:lvl5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5pPr>
            <a:lvl6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6pPr>
            <a:lvl7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7pPr>
            <a:lvl8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8pPr>
            <a:lvl9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9pPr>
          </a:lstStyle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714DF-5CA4-4D3C-99E8-896B0DC5AF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8640" y="6336792"/>
            <a:ext cx="365760" cy="365125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2pPr>
            <a:lvl3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3pPr>
            <a:lvl4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4pPr>
            <a:lvl5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5pPr>
            <a:lvl6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6pPr>
            <a:lvl7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7pPr>
            <a:lvl8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8pPr>
            <a:lvl9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9pPr>
          </a:lstStyle>
          <a:p>
            <a:fld id="{048D4774-0BF2-450E-BABB-F4EE15A71C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878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1775" indent="-231775" algn="l" defTabSz="914400" rtl="0" eaLnBrk="1" latinLnBrk="0" hangingPunct="1">
        <a:lnSpc>
          <a:spcPct val="112000"/>
        </a:lnSpc>
        <a:spcBef>
          <a:spcPts val="10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73088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914400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914400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914400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816" userDrawn="1">
          <p15:clr>
            <a:srgbClr val="F26B43"/>
          </p15:clr>
        </p15:guide>
        <p15:guide id="5" orient="horz" pos="3984" userDrawn="1">
          <p15:clr>
            <a:srgbClr val="F26B43"/>
          </p15:clr>
        </p15:guide>
        <p15:guide id="6" orient="horz" pos="336" userDrawn="1">
          <p15:clr>
            <a:srgbClr val="F26B43"/>
          </p15:clr>
        </p15:guide>
        <p15:guide id="7" pos="7344" userDrawn="1">
          <p15:clr>
            <a:srgbClr val="F26B43"/>
          </p15:clr>
        </p15:guide>
        <p15:guide id="8" orient="horz" pos="4128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CA6DDE-F801-4D3A-8170-D2F951E06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57200"/>
            <a:ext cx="11091672" cy="54864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306331-2B9C-424F-9B7C-00BC6F113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1371600"/>
            <a:ext cx="11091672" cy="46863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71E74-CA6B-4334-BAE6-ACEE281E6F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5840" y="6336792"/>
            <a:ext cx="5093208" cy="365125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2pPr>
            <a:lvl3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3pPr>
            <a:lvl4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4pPr>
            <a:lvl5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5pPr>
            <a:lvl6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6pPr>
            <a:lvl7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7pPr>
            <a:lvl8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8pPr>
            <a:lvl9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9pPr>
          </a:lstStyle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714DF-5CA4-4D3C-99E8-896B0DC5AF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8640" y="6336792"/>
            <a:ext cx="365760" cy="365125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2pPr>
            <a:lvl3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3pPr>
            <a:lvl4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4pPr>
            <a:lvl5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5pPr>
            <a:lvl6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6pPr>
            <a:lvl7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7pPr>
            <a:lvl8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8pPr>
            <a:lvl9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9pPr>
          </a:lstStyle>
          <a:p>
            <a:fld id="{048D4774-0BF2-450E-BABB-F4EE15A71C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252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881" r:id="rId3"/>
    <p:sldLayoutId id="2147483886" r:id="rId4"/>
    <p:sldLayoutId id="2147483882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44" r:id="rId11"/>
    <p:sldLayoutId id="2147483884" r:id="rId12"/>
    <p:sldLayoutId id="2147483885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1775" indent="-231775" algn="l" defTabSz="914400" rtl="0" eaLnBrk="1" latinLnBrk="0" hangingPunct="1">
        <a:lnSpc>
          <a:spcPct val="112000"/>
        </a:lnSpc>
        <a:spcBef>
          <a:spcPts val="10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73088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914400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914400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914400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4" pos="336" userDrawn="1">
          <p15:clr>
            <a:srgbClr val="F26B43"/>
          </p15:clr>
        </p15:guide>
        <p15:guide id="5" orient="horz" pos="336" userDrawn="1">
          <p15:clr>
            <a:srgbClr val="F26B43"/>
          </p15:clr>
        </p15:guide>
        <p15:guide id="6" orient="horz" pos="3816" userDrawn="1">
          <p15:clr>
            <a:srgbClr val="F26B43"/>
          </p15:clr>
        </p15:guide>
        <p15:guide id="7" pos="7344" userDrawn="1">
          <p15:clr>
            <a:srgbClr val="F26B43"/>
          </p15:clr>
        </p15:guide>
        <p15:guide id="8" orient="horz" pos="3984" userDrawn="1">
          <p15:clr>
            <a:srgbClr val="F26B43"/>
          </p15:clr>
        </p15:guide>
        <p15:guide id="9" orient="horz" pos="4128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CA6DDE-F801-4D3A-8170-D2F951E06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57200"/>
            <a:ext cx="11091672" cy="54864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306331-2B9C-424F-9B7C-00BC6F113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1197864"/>
            <a:ext cx="11091672" cy="484632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71E74-CA6B-4334-BAE6-ACEE281E6F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5840" y="6336792"/>
            <a:ext cx="5093208" cy="365125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2pPr>
            <a:lvl3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3pPr>
            <a:lvl4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4pPr>
            <a:lvl5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5pPr>
            <a:lvl6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6pPr>
            <a:lvl7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7pPr>
            <a:lvl8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8pPr>
            <a:lvl9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9pPr>
          </a:lstStyle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714DF-5CA4-4D3C-99E8-896B0DC5AF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8640" y="6336792"/>
            <a:ext cx="365760" cy="365125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2pPr>
            <a:lvl3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3pPr>
            <a:lvl4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4pPr>
            <a:lvl5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5pPr>
            <a:lvl6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6pPr>
            <a:lvl7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7pPr>
            <a:lvl8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8pPr>
            <a:lvl9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9pPr>
          </a:lstStyle>
          <a:p>
            <a:fld id="{048D4774-0BF2-450E-BABB-F4EE15A71C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625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  <p:sldLayoutId id="2147483894" r:id="rId2"/>
    <p:sldLayoutId id="2147483905" r:id="rId3"/>
    <p:sldLayoutId id="2147483906" r:id="rId4"/>
    <p:sldLayoutId id="2147483811" r:id="rId5"/>
    <p:sldLayoutId id="2147483895" r:id="rId6"/>
    <p:sldLayoutId id="2147483740" r:id="rId7"/>
    <p:sldLayoutId id="2147483864" r:id="rId8"/>
    <p:sldLayoutId id="2147483866" r:id="rId9"/>
    <p:sldLayoutId id="2147483741" r:id="rId10"/>
    <p:sldLayoutId id="2147483865" r:id="rId11"/>
    <p:sldLayoutId id="2147483867" r:id="rId12"/>
    <p:sldLayoutId id="2147483742" r:id="rId13"/>
    <p:sldLayoutId id="2147483743" r:id="rId14"/>
    <p:sldLayoutId id="2147483745" r:id="rId15"/>
    <p:sldLayoutId id="2147483883" r:id="rId16"/>
    <p:sldLayoutId id="2147483746" r:id="rId17"/>
    <p:sldLayoutId id="2147483911" r:id="rId18"/>
    <p:sldLayoutId id="2147483926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2000"/>
        </a:lnSpc>
        <a:spcBef>
          <a:spcPts val="10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73088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914400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914400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914400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4" pos="336" userDrawn="1">
          <p15:clr>
            <a:srgbClr val="F26B43"/>
          </p15:clr>
        </p15:guide>
        <p15:guide id="5" orient="horz" pos="3984" userDrawn="1">
          <p15:clr>
            <a:srgbClr val="F26B43"/>
          </p15:clr>
        </p15:guide>
        <p15:guide id="6" orient="horz" pos="3816" userDrawn="1">
          <p15:clr>
            <a:srgbClr val="F26B43"/>
          </p15:clr>
        </p15:guide>
        <p15:guide id="7" orient="horz" pos="4128" userDrawn="1">
          <p15:clr>
            <a:srgbClr val="F26B43"/>
          </p15:clr>
        </p15:guide>
        <p15:guide id="8" pos="7344" userDrawn="1">
          <p15:clr>
            <a:srgbClr val="F26B43"/>
          </p15:clr>
        </p15:guide>
        <p15:guide id="9" orient="horz" pos="336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CA6DDE-F801-4D3A-8170-D2F951E06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57200"/>
            <a:ext cx="11091672" cy="54864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306331-2B9C-424F-9B7C-00BC6F113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1371600"/>
            <a:ext cx="11091672" cy="46863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71E74-CA6B-4334-BAE6-ACEE281E6F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5840" y="6336792"/>
            <a:ext cx="5093208" cy="365125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2pPr>
            <a:lvl3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3pPr>
            <a:lvl4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4pPr>
            <a:lvl5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5pPr>
            <a:lvl6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6pPr>
            <a:lvl7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7pPr>
            <a:lvl8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8pPr>
            <a:lvl9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9pPr>
          </a:lstStyle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714DF-5CA4-4D3C-99E8-896B0DC5AF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8640" y="6336792"/>
            <a:ext cx="365760" cy="365125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2pPr>
            <a:lvl3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3pPr>
            <a:lvl4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4pPr>
            <a:lvl5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5pPr>
            <a:lvl6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6pPr>
            <a:lvl7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7pPr>
            <a:lvl8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8pPr>
            <a:lvl9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9pPr>
          </a:lstStyle>
          <a:p>
            <a:fld id="{048D4774-0BF2-450E-BABB-F4EE15A71C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1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8" r:id="rId5"/>
    <p:sldLayoutId id="2147483787" r:id="rId6"/>
    <p:sldLayoutId id="2147483789" r:id="rId7"/>
    <p:sldLayoutId id="2147483856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2000"/>
        </a:lnSpc>
        <a:spcBef>
          <a:spcPts val="10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73088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914400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914400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914400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3984" userDrawn="1">
          <p15:clr>
            <a:srgbClr val="F26B43"/>
          </p15:clr>
        </p15:guide>
        <p15:guide id="4" orient="horz" pos="3816" userDrawn="1">
          <p15:clr>
            <a:srgbClr val="F26B43"/>
          </p15:clr>
        </p15:guide>
        <p15:guide id="5" pos="336" userDrawn="1">
          <p15:clr>
            <a:srgbClr val="F26B43"/>
          </p15:clr>
        </p15:guide>
        <p15:guide id="6" pos="7344" userDrawn="1">
          <p15:clr>
            <a:srgbClr val="F26B43"/>
          </p15:clr>
        </p15:guide>
        <p15:guide id="7" orient="horz" pos="4128" userDrawn="1">
          <p15:clr>
            <a:srgbClr val="F26B43"/>
          </p15:clr>
        </p15:guide>
        <p15:guide id="8" orient="horz" pos="336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CA6DDE-F801-4D3A-8170-D2F951E06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57200"/>
            <a:ext cx="11091672" cy="54864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306331-2B9C-424F-9B7C-00BC6F113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1371600"/>
            <a:ext cx="11091672" cy="46863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71E74-CA6B-4334-BAE6-ACEE281E6F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5840" y="6336792"/>
            <a:ext cx="5093208" cy="365125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2pPr>
            <a:lvl3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3pPr>
            <a:lvl4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4pPr>
            <a:lvl5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5pPr>
            <a:lvl6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6pPr>
            <a:lvl7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7pPr>
            <a:lvl8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8pPr>
            <a:lvl9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9pPr>
          </a:lstStyle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714DF-5CA4-4D3C-99E8-896B0DC5AF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8640" y="6336792"/>
            <a:ext cx="365760" cy="365125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2pPr>
            <a:lvl3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3pPr>
            <a:lvl4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4pPr>
            <a:lvl5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5pPr>
            <a:lvl6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6pPr>
            <a:lvl7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7pPr>
            <a:lvl8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8pPr>
            <a:lvl9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9pPr>
          </a:lstStyle>
          <a:p>
            <a:fld id="{048D4774-0BF2-450E-BABB-F4EE15A71C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53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71" r:id="rId2"/>
    <p:sldLayoutId id="2147483872" r:id="rId3"/>
    <p:sldLayoutId id="2147483858" r:id="rId4"/>
    <p:sldLayoutId id="2147483873" r:id="rId5"/>
    <p:sldLayoutId id="2147483874" r:id="rId6"/>
    <p:sldLayoutId id="2147483899" r:id="rId7"/>
    <p:sldLayoutId id="2147483875" r:id="rId8"/>
    <p:sldLayoutId id="2147483876" r:id="rId9"/>
    <p:sldLayoutId id="2147483900" r:id="rId10"/>
    <p:sldLayoutId id="2147483877" r:id="rId11"/>
    <p:sldLayoutId id="2147483878" r:id="rId12"/>
    <p:sldLayoutId id="2147483901" r:id="rId13"/>
    <p:sldLayoutId id="2147483879" r:id="rId14"/>
    <p:sldLayoutId id="2147483880" r:id="rId15"/>
    <p:sldLayoutId id="2147483862" r:id="rId16"/>
    <p:sldLayoutId id="2147483863" r:id="rId1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2000"/>
        </a:lnSpc>
        <a:spcBef>
          <a:spcPts val="10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73088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914400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914400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914400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336" userDrawn="1">
          <p15:clr>
            <a:srgbClr val="F26B43"/>
          </p15:clr>
        </p15:guide>
        <p15:guide id="3" pos="7344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orient="horz" pos="3984" userDrawn="1">
          <p15:clr>
            <a:srgbClr val="F26B43"/>
          </p15:clr>
        </p15:guide>
        <p15:guide id="6" orient="horz" pos="3816" userDrawn="1">
          <p15:clr>
            <a:srgbClr val="F26B43"/>
          </p15:clr>
        </p15:guide>
        <p15:guide id="7" orient="horz" pos="4128" userDrawn="1">
          <p15:clr>
            <a:srgbClr val="F26B43"/>
          </p15:clr>
        </p15:guide>
        <p15:guide id="8" orient="horz" pos="336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CA6DDE-F801-4D3A-8170-D2F951E06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57200"/>
            <a:ext cx="11091672" cy="54864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306331-2B9C-424F-9B7C-00BC6F113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1371600"/>
            <a:ext cx="11091672" cy="467038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71E74-CA6B-4334-BAE6-ACEE281E6F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5840" y="6336792"/>
            <a:ext cx="5093208" cy="365125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2pPr>
            <a:lvl3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3pPr>
            <a:lvl4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4pPr>
            <a:lvl5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5pPr>
            <a:lvl6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6pPr>
            <a:lvl7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7pPr>
            <a:lvl8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8pPr>
            <a:lvl9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9pPr>
          </a:lstStyle>
          <a:p>
            <a:r>
              <a:rPr lang="en-US"/>
              <a:t>Update footer and date using Insert &gt; Header &amp;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714DF-5CA4-4D3C-99E8-896B0DC5AF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8640" y="6336792"/>
            <a:ext cx="365760" cy="365125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2pPr>
            <a:lvl3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3pPr>
            <a:lvl4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4pPr>
            <a:lvl5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5pPr>
            <a:lvl6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6pPr>
            <a:lvl7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7pPr>
            <a:lvl8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8pPr>
            <a:lvl9pPr marL="0" indent="0">
              <a:defRPr sz="1000">
                <a:solidFill>
                  <a:schemeClr val="bg2">
                    <a:lumMod val="75000"/>
                  </a:schemeClr>
                </a:solidFill>
              </a:defRPr>
            </a:lvl9pPr>
          </a:lstStyle>
          <a:p>
            <a:fld id="{048D4774-0BF2-450E-BABB-F4EE15A71C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253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903" r:id="rId2"/>
    <p:sldLayoutId id="2147483904" r:id="rId3"/>
    <p:sldLayoutId id="2147483846" r:id="rId4"/>
    <p:sldLayoutId id="2147483902" r:id="rId5"/>
    <p:sldLayoutId id="2147483845" r:id="rId6"/>
    <p:sldLayoutId id="2147483847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1775" indent="-231775" algn="l" defTabSz="914400" rtl="0" eaLnBrk="1" latinLnBrk="0" hangingPunct="1">
        <a:lnSpc>
          <a:spcPct val="112000"/>
        </a:lnSpc>
        <a:spcBef>
          <a:spcPts val="10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73088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914400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914400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914400" indent="-228600" algn="l" defTabSz="914400" rtl="0" eaLnBrk="1" latinLnBrk="0" hangingPunct="1">
        <a:lnSpc>
          <a:spcPct val="112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7344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orient="horz" pos="336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  <p15:guide id="7" orient="horz" pos="4128" userDrawn="1">
          <p15:clr>
            <a:srgbClr val="F26B43"/>
          </p15:clr>
        </p15:guide>
        <p15:guide id="8" orient="horz" pos="381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6C864F5-D0FE-492F-9958-03889AC210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39" y="685800"/>
            <a:ext cx="8606511" cy="2660904"/>
          </a:xfrm>
          <a:noFill/>
        </p:spPr>
        <p:txBody>
          <a:bodyPr/>
          <a:lstStyle/>
          <a:p>
            <a:r>
              <a:rPr lang="en-US" b="1" dirty="0">
                <a:latin typeface="Nunito Sans"/>
              </a:rPr>
              <a:t>Freeman Next Load Testing Overview</a:t>
            </a:r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EDEE734B-C8CC-4540-82CD-A0229FEB25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May 2025</a:t>
            </a:r>
          </a:p>
        </p:txBody>
      </p:sp>
    </p:spTree>
    <p:extLst>
      <p:ext uri="{BB962C8B-B14F-4D97-AF65-F5344CB8AC3E}">
        <p14:creationId xmlns:p14="http://schemas.microsoft.com/office/powerpoint/2010/main" val="3574970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56F59-4496-55FC-A64D-27E981FB9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1DC5436-C573-36DB-0203-33B10DDD5B06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itle 22">
            <a:extLst>
              <a:ext uri="{FF2B5EF4-FFF2-40B4-BE49-F238E27FC236}">
                <a16:creationId xmlns:a16="http://schemas.microsoft.com/office/drawing/2014/main" id="{A65E053E-A827-9B69-5E35-94970F04C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FNext</a:t>
            </a:r>
            <a:r>
              <a:rPr lang="en-US" dirty="0">
                <a:ea typeface="+mj-lt"/>
                <a:cs typeface="+mj-lt"/>
              </a:rPr>
              <a:t> Load Testing - Overview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AC9568-6061-5717-B1FA-7DB16DB5D6BE}"/>
              </a:ext>
            </a:extLst>
          </p:cNvPr>
          <p:cNvSpPr txBox="1"/>
          <p:nvPr/>
        </p:nvSpPr>
        <p:spPr>
          <a:xfrm>
            <a:off x="548640" y="1004232"/>
            <a:ext cx="10981722" cy="445250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US" sz="2000" dirty="0">
                <a:solidFill>
                  <a:schemeClr val="accent1"/>
                </a:solidFill>
              </a:rPr>
              <a:t>Load testing will be performed on key integrations and highly used dashboards within SAP.  Goals</a:t>
            </a:r>
          </a:p>
          <a:p>
            <a:pPr marL="800100" lvl="1" indent="-342900">
              <a:spcAft>
                <a:spcPts val="400"/>
              </a:spcAft>
              <a:buFont typeface="Arial"/>
              <a:buChar char="•"/>
            </a:pPr>
            <a:r>
              <a:rPr lang="en-US" sz="2000" dirty="0">
                <a:solidFill>
                  <a:schemeClr val="accent1"/>
                </a:solidFill>
              </a:rPr>
              <a:t>Ensures system can withstand large volumes of data being processed</a:t>
            </a:r>
          </a:p>
          <a:p>
            <a:pPr marL="800100" lvl="1" indent="-342900">
              <a:spcAft>
                <a:spcPts val="400"/>
              </a:spcAft>
              <a:buFont typeface="Arial"/>
              <a:buChar char="•"/>
            </a:pPr>
            <a:r>
              <a:rPr lang="en-US" sz="2000" dirty="0">
                <a:solidFill>
                  <a:schemeClr val="accent1"/>
                </a:solidFill>
              </a:rPr>
              <a:t>Confirms processes meet SLA requirements on processing time</a:t>
            </a:r>
          </a:p>
          <a:p>
            <a:pPr marL="800100" lvl="1" indent="-342900">
              <a:spcAft>
                <a:spcPts val="400"/>
              </a:spcAft>
              <a:buFont typeface="Arial"/>
              <a:buChar char="•"/>
            </a:pPr>
            <a:r>
              <a:rPr lang="en-US" sz="2000" dirty="0">
                <a:solidFill>
                  <a:schemeClr val="accent1"/>
                </a:solidFill>
              </a:rPr>
              <a:t>Monitor Middleware (</a:t>
            </a:r>
            <a:r>
              <a:rPr lang="en-US" sz="2000" dirty="0" err="1">
                <a:solidFill>
                  <a:schemeClr val="accent1"/>
                </a:solidFill>
              </a:rPr>
              <a:t>ie</a:t>
            </a:r>
            <a:r>
              <a:rPr lang="en-US" sz="2000" dirty="0">
                <a:solidFill>
                  <a:schemeClr val="accent1"/>
                </a:solidFill>
              </a:rPr>
              <a:t> BTP) and consuming applications to determine if any adjustments are required to improve performance or identify potential issues</a:t>
            </a:r>
          </a:p>
          <a:p>
            <a:pPr marL="800100" lvl="1" indent="-342900">
              <a:spcAft>
                <a:spcPts val="400"/>
              </a:spcAft>
              <a:buFont typeface="Arial"/>
              <a:buChar char="•"/>
            </a:pPr>
            <a:endParaRPr lang="en-US" sz="2000" dirty="0">
              <a:solidFill>
                <a:schemeClr val="accent1"/>
              </a:solidFill>
            </a:endParaRPr>
          </a:p>
          <a:p>
            <a:pPr>
              <a:spcAft>
                <a:spcPts val="400"/>
              </a:spcAft>
            </a:pPr>
            <a:r>
              <a:rPr lang="en-US" sz="2000" dirty="0">
                <a:solidFill>
                  <a:schemeClr val="accent1"/>
                </a:solidFill>
              </a:rPr>
              <a:t>Types Of Tests</a:t>
            </a:r>
            <a:endParaRPr lang="en-US" dirty="0">
              <a:solidFill>
                <a:schemeClr val="accent1"/>
              </a:solidFill>
            </a:endParaRPr>
          </a:p>
          <a:p>
            <a:pPr marL="8001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/>
                </a:solidFill>
                <a:ea typeface="+mn-lt"/>
                <a:cs typeface="+mn-lt"/>
              </a:rPr>
              <a:t>Spike: Involves processing a single large dataset  **May involve multiple executions</a:t>
            </a:r>
          </a:p>
          <a:p>
            <a:pPr marL="8001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/>
                </a:solidFill>
                <a:ea typeface="+mn-lt"/>
                <a:cs typeface="+mn-lt"/>
              </a:rPr>
              <a:t>Soak: Involves processing multiple large datasets over an extended period mimicking production.</a:t>
            </a:r>
            <a:endParaRPr lang="en-US" dirty="0">
              <a:solidFill>
                <a:schemeClr val="accent1"/>
              </a:solidFill>
            </a:endParaRPr>
          </a:p>
          <a:p>
            <a:pPr marL="0" lvl="1">
              <a:spcAft>
                <a:spcPts val="400"/>
              </a:spcAft>
            </a:pPr>
            <a:r>
              <a:rPr lang="en-US" sz="2000" dirty="0">
                <a:solidFill>
                  <a:schemeClr val="accent1"/>
                </a:solidFill>
                <a:ea typeface="+mn-lt"/>
                <a:cs typeface="+mn-lt"/>
              </a:rPr>
              <a:t>  </a:t>
            </a:r>
          </a:p>
          <a:p>
            <a:pPr marL="0" lvl="1">
              <a:spcAft>
                <a:spcPts val="400"/>
              </a:spcAft>
            </a:pPr>
            <a:r>
              <a:rPr lang="en-US" sz="2000" dirty="0">
                <a:solidFill>
                  <a:schemeClr val="accent1"/>
                </a:solidFill>
                <a:ea typeface="+mn-lt"/>
                <a:cs typeface="+mn-lt"/>
              </a:rPr>
              <a:t>Key Performance Indicators (KPI)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F5C8D76-1106-AF9C-414E-3DEBA848A9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159438"/>
              </p:ext>
            </p:extLst>
          </p:nvPr>
        </p:nvGraphicFramePr>
        <p:xfrm>
          <a:off x="1102351" y="5384963"/>
          <a:ext cx="9876762" cy="1493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2254">
                  <a:extLst>
                    <a:ext uri="{9D8B030D-6E8A-4147-A177-3AD203B41FA5}">
                      <a16:colId xmlns:a16="http://schemas.microsoft.com/office/drawing/2014/main" val="459908274"/>
                    </a:ext>
                  </a:extLst>
                </a:gridCol>
                <a:gridCol w="3292254">
                  <a:extLst>
                    <a:ext uri="{9D8B030D-6E8A-4147-A177-3AD203B41FA5}">
                      <a16:colId xmlns:a16="http://schemas.microsoft.com/office/drawing/2014/main" val="2163531533"/>
                    </a:ext>
                  </a:extLst>
                </a:gridCol>
                <a:gridCol w="3292254">
                  <a:extLst>
                    <a:ext uri="{9D8B030D-6E8A-4147-A177-3AD203B41FA5}">
                      <a16:colId xmlns:a16="http://schemas.microsoft.com/office/drawing/2014/main" val="1796523891"/>
                    </a:ext>
                  </a:extLst>
                </a:gridCol>
              </a:tblGrid>
              <a:tr h="439812"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2000" kern="1200" dirty="0">
                          <a:solidFill>
                            <a:schemeClr val="accent1"/>
                          </a:solidFill>
                          <a:latin typeface="+mn-lt"/>
                          <a:ea typeface="+mn-lt"/>
                          <a:cs typeface="+mn-lt"/>
                        </a:rPr>
                        <a:t>Transaction process time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2000" kern="1200" dirty="0">
                          <a:solidFill>
                            <a:schemeClr val="accent1"/>
                          </a:solidFill>
                          <a:latin typeface="+mn-lt"/>
                          <a:ea typeface="+mn-lt"/>
                          <a:cs typeface="+mn-lt"/>
                        </a:rPr>
                        <a:t>Throughput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2000" kern="1200" dirty="0">
                          <a:solidFill>
                            <a:schemeClr val="accent1"/>
                          </a:solidFill>
                          <a:latin typeface="+mn-lt"/>
                          <a:ea typeface="+mn-lt"/>
                          <a:cs typeface="+mn-lt"/>
                        </a:rPr>
                        <a:t>Error Rate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7265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2000" kern="1200" dirty="0">
                          <a:solidFill>
                            <a:schemeClr val="accent1"/>
                          </a:solidFill>
                          <a:latin typeface="+mn-lt"/>
                          <a:ea typeface="+mn-lt"/>
                          <a:cs typeface="+mn-lt"/>
                        </a:rPr>
                        <a:t>Response Times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2000" kern="1200" dirty="0">
                          <a:solidFill>
                            <a:schemeClr val="accent1"/>
                          </a:solidFill>
                          <a:latin typeface="+mn-lt"/>
                          <a:ea typeface="+mn-lt"/>
                          <a:cs typeface="+mn-lt"/>
                        </a:rPr>
                        <a:t>Memory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2000" kern="1200" dirty="0">
                          <a:solidFill>
                            <a:schemeClr val="accent1"/>
                          </a:solidFill>
                          <a:latin typeface="+mn-lt"/>
                          <a:ea typeface="+mn-lt"/>
                          <a:cs typeface="+mn-lt"/>
                        </a:rPr>
                        <a:t>DB Performance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068547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2000" kern="1200" noProof="0" dirty="0">
                          <a:solidFill>
                            <a:schemeClr val="accent1"/>
                          </a:solidFill>
                          <a:latin typeface="+mn-lt"/>
                          <a:ea typeface="+mn-lt"/>
                          <a:cs typeface="+mn-lt"/>
                        </a:rPr>
                        <a:t>CPU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2000" kern="1200" dirty="0">
                          <a:solidFill>
                            <a:schemeClr val="accent1"/>
                          </a:solidFill>
                          <a:latin typeface="+mn-lt"/>
                          <a:ea typeface="+mn-lt"/>
                          <a:cs typeface="+mn-lt"/>
                        </a:rPr>
                        <a:t>Latency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/>
                        <a:buChar char="•"/>
                      </a:pPr>
                      <a:endParaRPr lang="en-US" sz="2000" kern="1200" dirty="0">
                        <a:solidFill>
                          <a:schemeClr val="accent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0746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9667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38FE1-F2BA-D92B-2840-08DEBACC3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D152BA7-1282-BB2E-A174-A3937B1BF817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itle 22">
            <a:extLst>
              <a:ext uri="{FF2B5EF4-FFF2-40B4-BE49-F238E27FC236}">
                <a16:creationId xmlns:a16="http://schemas.microsoft.com/office/drawing/2014/main" id="{5B46862F-EEEC-7018-C5D0-20333DC1D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FNext</a:t>
            </a:r>
            <a:r>
              <a:rPr lang="en-US" dirty="0">
                <a:ea typeface="+mj-lt"/>
                <a:cs typeface="+mj-lt"/>
              </a:rPr>
              <a:t> Load Testing - Process</a:t>
            </a:r>
            <a:endParaRPr lang="en-US" dirty="0"/>
          </a:p>
        </p:txBody>
      </p:sp>
      <p:graphicFrame>
        <p:nvGraphicFramePr>
          <p:cNvPr id="244" name="Diagram 243">
            <a:extLst>
              <a:ext uri="{FF2B5EF4-FFF2-40B4-BE49-F238E27FC236}">
                <a16:creationId xmlns:a16="http://schemas.microsoft.com/office/drawing/2014/main" id="{1E256763-C0C5-FBDC-E158-ADD266190A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6748976"/>
              </p:ext>
            </p:extLst>
          </p:nvPr>
        </p:nvGraphicFramePr>
        <p:xfrm>
          <a:off x="1138621" y="733096"/>
          <a:ext cx="9555626" cy="63068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21484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56F59-4496-55FC-A64D-27E981FB9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1DC5436-C573-36DB-0203-33B10DDD5B06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itle 22">
            <a:extLst>
              <a:ext uri="{FF2B5EF4-FFF2-40B4-BE49-F238E27FC236}">
                <a16:creationId xmlns:a16="http://schemas.microsoft.com/office/drawing/2014/main" id="{A65E053E-A827-9B69-5E35-94970F04C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FNext</a:t>
            </a:r>
            <a:r>
              <a:rPr lang="en-US" dirty="0"/>
              <a:t> Load Testing – Scope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317EBB5-1FFF-D721-2CB1-50087B63FA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5588347"/>
              </p:ext>
            </p:extLst>
          </p:nvPr>
        </p:nvGraphicFramePr>
        <p:xfrm>
          <a:off x="455212" y="1181035"/>
          <a:ext cx="11163519" cy="4985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9329">
                  <a:extLst>
                    <a:ext uri="{9D8B030D-6E8A-4147-A177-3AD203B41FA5}">
                      <a16:colId xmlns:a16="http://schemas.microsoft.com/office/drawing/2014/main" val="2198542993"/>
                    </a:ext>
                  </a:extLst>
                </a:gridCol>
                <a:gridCol w="4776356">
                  <a:extLst>
                    <a:ext uri="{9D8B030D-6E8A-4147-A177-3AD203B41FA5}">
                      <a16:colId xmlns:a16="http://schemas.microsoft.com/office/drawing/2014/main" val="2467863659"/>
                    </a:ext>
                  </a:extLst>
                </a:gridCol>
                <a:gridCol w="896200">
                  <a:extLst>
                    <a:ext uri="{9D8B030D-6E8A-4147-A177-3AD203B41FA5}">
                      <a16:colId xmlns:a16="http://schemas.microsoft.com/office/drawing/2014/main" val="2446234766"/>
                    </a:ext>
                  </a:extLst>
                </a:gridCol>
                <a:gridCol w="1130437">
                  <a:extLst>
                    <a:ext uri="{9D8B030D-6E8A-4147-A177-3AD203B41FA5}">
                      <a16:colId xmlns:a16="http://schemas.microsoft.com/office/drawing/2014/main" val="3905521212"/>
                    </a:ext>
                  </a:extLst>
                </a:gridCol>
                <a:gridCol w="1731973">
                  <a:extLst>
                    <a:ext uri="{9D8B030D-6E8A-4147-A177-3AD203B41FA5}">
                      <a16:colId xmlns:a16="http://schemas.microsoft.com/office/drawing/2014/main" val="2425320610"/>
                    </a:ext>
                  </a:extLst>
                </a:gridCol>
                <a:gridCol w="1559224">
                  <a:extLst>
                    <a:ext uri="{9D8B030D-6E8A-4147-A177-3AD203B41FA5}">
                      <a16:colId xmlns:a16="http://schemas.microsoft.com/office/drawing/2014/main" val="4087657178"/>
                    </a:ext>
                  </a:extLst>
                </a:gridCol>
              </a:tblGrid>
              <a:tr h="252017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</a:rPr>
                        <a:t>RICEFW ID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</a:rPr>
                        <a:t>RICEFW Title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</a:rPr>
                        <a:t>Criticality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</a:rPr>
                        <a:t>Frequency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</a:rPr>
                        <a:t>Source System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</a:rPr>
                        <a:t>Target System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4058653309"/>
                  </a:ext>
                </a:extLst>
              </a:tr>
              <a:tr h="456031"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COM-I-1099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Show Organizers Supported Order Feed from Freeman Now (TSS) to Freeman Next (SAP)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High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Real-time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TSS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SAP S4 HANA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865388156"/>
                  </a:ext>
                </a:extLst>
              </a:tr>
              <a:tr h="456031"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COM-I-1097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Transactional Orders feed from Freeman Now to Freeman Next for Billing and Inventory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High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Real-time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TSS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SAP S4 HANA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359290608"/>
                  </a:ext>
                </a:extLst>
              </a:tr>
              <a:tr h="456031"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COM-I-1098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Sales Supported Orders feed from Freeman Now (TSS) to Freeman Next (SAP) for </a:t>
                      </a:r>
                      <a:r>
                        <a:rPr lang="en-US" sz="1400" kern="1200" dirty="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BIlling</a:t>
                      </a:r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and Inventory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High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Real-time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TSS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SAP S4 HANA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312363392"/>
                  </a:ext>
                </a:extLst>
              </a:tr>
              <a:tr h="45603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COM-I-1374</a:t>
                      </a:r>
                      <a:endParaRPr lang="en-US"/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Headless BP creation for TFCID with missing BP assignment</a:t>
                      </a:r>
                      <a:endParaRPr lang="en-US"/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High</a:t>
                      </a:r>
                      <a:endParaRPr lang="en-US"/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Real-time</a:t>
                      </a:r>
                      <a:endParaRPr lang="en-US"/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Profisee</a:t>
                      </a:r>
                      <a:endParaRPr lang="en-US" sz="1400" kern="120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SAP S4 HANA</a:t>
                      </a:r>
                      <a:endParaRPr lang="en-US"/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770513802"/>
                  </a:ext>
                </a:extLst>
              </a:tr>
              <a:tr h="252016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4" marR="9524" marT="9524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Operations Dashboards within SAP</a:t>
                      </a:r>
                      <a:endParaRPr lang="en-US"/>
                    </a:p>
                  </a:txBody>
                  <a:tcPr marL="9524" marR="9524" marT="9524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High</a:t>
                      </a:r>
                      <a:endParaRPr lang="en-US"/>
                    </a:p>
                  </a:txBody>
                  <a:tcPr marL="9524" marR="9524" marT="9524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N/A</a:t>
                      </a:r>
                      <a:endParaRPr lang="en-US"/>
                    </a:p>
                  </a:txBody>
                  <a:tcPr marL="9524" marR="9524" marT="9524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N/A</a:t>
                      </a:r>
                      <a:endParaRPr lang="en-US"/>
                    </a:p>
                  </a:txBody>
                  <a:tcPr marL="9524" marR="9524" marT="9524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N/A</a:t>
                      </a:r>
                      <a:endParaRPr lang="en-US"/>
                    </a:p>
                  </a:txBody>
                  <a:tcPr marL="9524" marR="9524" marT="9524"/>
                </a:tc>
                <a:extLst>
                  <a:ext uri="{0D108BD9-81ED-4DB2-BD59-A6C34878D82A}">
                    <a16:rowId xmlns:a16="http://schemas.microsoft.com/office/drawing/2014/main" val="1927916412"/>
                  </a:ext>
                </a:extLst>
              </a:tr>
              <a:tr h="252017"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COM-I-1052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Sales Order Integration to LBT (Labor Budgeting Tool)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High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Real-time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SAP S4 HANA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LBT/DAP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156115725"/>
                  </a:ext>
                </a:extLst>
              </a:tr>
              <a:tr h="456031"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COM-I-1042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Sales Order Integration – Create Material Handling Receivers orders from Scan Freight/</a:t>
                      </a:r>
                      <a:r>
                        <a:rPr lang="en-US" sz="1400" kern="1200" dirty="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EReceiever</a:t>
                      </a:r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App to S4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High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Real-time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TSS/ Show Scan App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SAP S4 HANA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2021586205"/>
                  </a:ext>
                </a:extLst>
              </a:tr>
              <a:tr h="252017"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COM-I-1366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Sales Orders Mass Update from TSS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High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Real-time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TSS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SAP S4 HANA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2267992291"/>
                  </a:ext>
                </a:extLst>
              </a:tr>
              <a:tr h="252017"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COM-I-1328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No change indicator for sales orders from S4 to TSS 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High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Real-time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SAP S4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TSS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960668878"/>
                  </a:ext>
                </a:extLst>
              </a:tr>
              <a:tr h="252017"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COM-I-1012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Sales Order Integration With CORT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High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Real-time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SAP S4 HANA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CORT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4279974727"/>
                  </a:ext>
                </a:extLst>
              </a:tr>
              <a:tr h="444031">
                <a:tc>
                  <a:txBody>
                    <a:bodyPr/>
                    <a:lstStyle/>
                    <a:p>
                      <a:pPr fontAlgn="t"/>
                      <a:r>
                        <a:rPr lang="en-US" sz="1400" i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COM-I-1002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i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Event Product Catalog including Pricing Data from S/4 to Salesforce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i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High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i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Batch Job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i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SAP S4 HANA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i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Salesforce Commerce Cloud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1746331571"/>
                  </a:ext>
                </a:extLst>
              </a:tr>
              <a:tr h="444031">
                <a:tc>
                  <a:txBody>
                    <a:bodyPr/>
                    <a:lstStyle/>
                    <a:p>
                      <a:pPr fontAlgn="t"/>
                      <a:r>
                        <a:rPr lang="en-US" sz="1400" i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COM-I-1181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i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Change interface from SAP to Service Cloud for Booth changes or Booth Cancellation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i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High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i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Real-time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i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SAP S4 HANA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i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Salesforce Service Cloud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1775978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1983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32EB7-C584-F260-C118-DB8006468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684B2E4-E90A-C15E-81C7-E0C2E1F16675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itle 22">
            <a:extLst>
              <a:ext uri="{FF2B5EF4-FFF2-40B4-BE49-F238E27FC236}">
                <a16:creationId xmlns:a16="http://schemas.microsoft.com/office/drawing/2014/main" id="{AB37DE91-2A42-7C71-0F37-12BEEE25C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FNext</a:t>
            </a:r>
            <a:r>
              <a:rPr lang="en-US" dirty="0"/>
              <a:t> Load Testing – Timelines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19D1B8B-3953-E0AC-1068-66C4B6A25B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069003"/>
              </p:ext>
            </p:extLst>
          </p:nvPr>
        </p:nvGraphicFramePr>
        <p:xfrm>
          <a:off x="516523" y="1137242"/>
          <a:ext cx="10518440" cy="5360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1109">
                  <a:extLst>
                    <a:ext uri="{9D8B030D-6E8A-4147-A177-3AD203B41FA5}">
                      <a16:colId xmlns:a16="http://schemas.microsoft.com/office/drawing/2014/main" val="2198542993"/>
                    </a:ext>
                  </a:extLst>
                </a:gridCol>
                <a:gridCol w="5230973">
                  <a:extLst>
                    <a:ext uri="{9D8B030D-6E8A-4147-A177-3AD203B41FA5}">
                      <a16:colId xmlns:a16="http://schemas.microsoft.com/office/drawing/2014/main" val="2467863659"/>
                    </a:ext>
                  </a:extLst>
                </a:gridCol>
                <a:gridCol w="981502">
                  <a:extLst>
                    <a:ext uri="{9D8B030D-6E8A-4147-A177-3AD203B41FA5}">
                      <a16:colId xmlns:a16="http://schemas.microsoft.com/office/drawing/2014/main" val="2446234766"/>
                    </a:ext>
                  </a:extLst>
                </a:gridCol>
                <a:gridCol w="1238033">
                  <a:extLst>
                    <a:ext uri="{9D8B030D-6E8A-4147-A177-3AD203B41FA5}">
                      <a16:colId xmlns:a16="http://schemas.microsoft.com/office/drawing/2014/main" val="3905521212"/>
                    </a:ext>
                  </a:extLst>
                </a:gridCol>
                <a:gridCol w="1896823">
                  <a:extLst>
                    <a:ext uri="{9D8B030D-6E8A-4147-A177-3AD203B41FA5}">
                      <a16:colId xmlns:a16="http://schemas.microsoft.com/office/drawing/2014/main" val="2425320610"/>
                    </a:ext>
                  </a:extLst>
                </a:gridCol>
              </a:tblGrid>
              <a:tr h="252017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</a:rPr>
                        <a:t>RICEFW ID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</a:rPr>
                        <a:t>RICEFW Title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</a:rPr>
                        <a:t>Solution / Design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>
                          <a:effectLst/>
                        </a:rPr>
                        <a:t>Build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>
                          <a:effectLst/>
                        </a:rPr>
                        <a:t>Execute / Review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4058653309"/>
                  </a:ext>
                </a:extLst>
              </a:tr>
              <a:tr h="456031"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COM-I-1099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Show Organizers Supported Order Feed from Freeman Now (TSS) to Freeman Next (SAP)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May 10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May 24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May 31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865388156"/>
                  </a:ext>
                </a:extLst>
              </a:tr>
              <a:tr h="456031"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COM-I-1097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Transactional Orders feed from Freeman Now to Freeman Next for Billing and Inventory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kern="1200" noProof="0" dirty="0">
                          <a:solidFill>
                            <a:schemeClr val="accent1"/>
                          </a:solidFill>
                          <a:latin typeface="Nunito Sans"/>
                        </a:rPr>
                        <a:t>May 10</a:t>
                      </a:r>
                      <a:endParaRPr lang="en-US" sz="1400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kern="1200" noProof="0" dirty="0">
                          <a:solidFill>
                            <a:schemeClr val="accent1"/>
                          </a:solidFill>
                          <a:latin typeface="Nunito Sans"/>
                        </a:rPr>
                        <a:t>May 24</a:t>
                      </a:r>
                      <a:endParaRPr lang="en-US" sz="1400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 dirty="0">
                          <a:solidFill>
                            <a:schemeClr val="accent1"/>
                          </a:solidFill>
                          <a:latin typeface="Nunito Sans"/>
                        </a:rPr>
                        <a:t>May 31</a:t>
                      </a:r>
                      <a:endParaRPr lang="en-US" sz="1400" b="0" i="0" u="none" strike="noStrike" kern="1200" noProof="0" dirty="0">
                        <a:solidFill>
                          <a:srgbClr val="000000"/>
                        </a:solidFill>
                        <a:latin typeface="Nunito San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kern="1200" noProof="0" dirty="0">
                        <a:solidFill>
                          <a:schemeClr val="accent1"/>
                        </a:solidFill>
                        <a:latin typeface="Nunito Sans"/>
                        <a:ea typeface="+mn-ea"/>
                        <a:cs typeface="+mn-cs"/>
                      </a:endParaRP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359290608"/>
                  </a:ext>
                </a:extLst>
              </a:tr>
              <a:tr h="456031"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COM-I-1098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Sales Supported Orders feed from Freeman Now (TSS) to Freeman Next (SAP) for </a:t>
                      </a:r>
                      <a:r>
                        <a:rPr lang="en-US" sz="1400" kern="1200" dirty="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BIlling</a:t>
                      </a:r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and Inventory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kern="1200" noProof="0" dirty="0">
                          <a:solidFill>
                            <a:schemeClr val="accent1"/>
                          </a:solidFill>
                          <a:latin typeface="Nunito Sans"/>
                        </a:rPr>
                        <a:t>May 10</a:t>
                      </a:r>
                      <a:endParaRPr lang="en-US" sz="1400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kern="1200" noProof="0" dirty="0">
                          <a:solidFill>
                            <a:schemeClr val="accent1"/>
                          </a:solidFill>
                          <a:latin typeface="Nunito Sans"/>
                        </a:rPr>
                        <a:t>May 24</a:t>
                      </a:r>
                      <a:endParaRPr lang="en-US" sz="1400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 dirty="0">
                          <a:solidFill>
                            <a:schemeClr val="accent1"/>
                          </a:solidFill>
                          <a:latin typeface="Nunito Sans"/>
                        </a:rPr>
                        <a:t>May 31</a:t>
                      </a:r>
                      <a:endParaRPr lang="en-US" sz="1400" b="0" i="0" u="none" strike="noStrike" kern="1200" noProof="0" dirty="0">
                        <a:solidFill>
                          <a:srgbClr val="000000"/>
                        </a:solidFill>
                        <a:latin typeface="Nunito Sans"/>
                      </a:endParaRPr>
                    </a:p>
                    <a:p>
                      <a:pPr lvl="0">
                        <a:buNone/>
                      </a:pPr>
                      <a:endParaRPr lang="en-US" sz="1400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312363392"/>
                  </a:ext>
                </a:extLst>
              </a:tr>
              <a:tr h="45603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COM-I-1374</a:t>
                      </a:r>
                      <a:endParaRPr lang="en-US"/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Headless BP creation for TFCID with missing BP assignment</a:t>
                      </a:r>
                      <a:endParaRPr lang="en-US"/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May 17</a:t>
                      </a:r>
                      <a:endParaRPr lang="en-US"/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May 24</a:t>
                      </a:r>
                      <a:endParaRPr lang="en-US"/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May 31</a:t>
                      </a:r>
                      <a:endParaRPr lang="en-US" dirty="0"/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1186659618"/>
                  </a:ext>
                </a:extLst>
              </a:tr>
              <a:tr h="45603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4" marR="9524" marT="9524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Operations Dashboards within SAP</a:t>
                      </a:r>
                      <a:endParaRPr lang="en-US"/>
                    </a:p>
                  </a:txBody>
                  <a:tcPr marL="9524" marR="9524" marT="9524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May 17</a:t>
                      </a:r>
                      <a:endParaRPr lang="en-US"/>
                    </a:p>
                  </a:txBody>
                  <a:tcPr marL="9524" marR="9524" marT="9524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May 31</a:t>
                      </a:r>
                      <a:endParaRPr lang="en-US"/>
                    </a:p>
                  </a:txBody>
                  <a:tcPr marL="9524" marR="9524" marT="9524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June 14</a:t>
                      </a:r>
                      <a:endParaRPr lang="en-US" dirty="0"/>
                    </a:p>
                  </a:txBody>
                  <a:tcPr marL="9524" marR="9524" marT="9524"/>
                </a:tc>
                <a:extLst>
                  <a:ext uri="{0D108BD9-81ED-4DB2-BD59-A6C34878D82A}">
                    <a16:rowId xmlns:a16="http://schemas.microsoft.com/office/drawing/2014/main" val="4250169462"/>
                  </a:ext>
                </a:extLst>
              </a:tr>
              <a:tr h="252017"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COM-I-1052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Sales Order Integration to LBT (Labor Budgeting Tool)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May 31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June 7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June 14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156115725"/>
                  </a:ext>
                </a:extLst>
              </a:tr>
              <a:tr h="456031"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COM-I-1042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Sales Order Integration – Create Material Handling Receivers orders from Scan Freight/</a:t>
                      </a:r>
                      <a:r>
                        <a:rPr lang="en-US" sz="1400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EReceiever</a:t>
                      </a:r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App to S4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May 31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June 7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June 14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2021586205"/>
                  </a:ext>
                </a:extLst>
              </a:tr>
              <a:tr h="252017"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COM-I-1366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Sales Orders Mass Update from TSS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May 31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June 7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June 14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2267992291"/>
                  </a:ext>
                </a:extLst>
              </a:tr>
              <a:tr h="260958"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COM-I-1328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No change indicator for sales orders from S4 to TSS 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June 14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June 21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June 28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960668878"/>
                  </a:ext>
                </a:extLst>
              </a:tr>
              <a:tr h="252017"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COM-I-1012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Sales Order Integration With CORT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June 28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July 5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July 20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4279974727"/>
                  </a:ext>
                </a:extLst>
              </a:tr>
              <a:tr h="444031"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COM-I-1002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Event Product Catalog including Pricing Data from S/4 to Salesforce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June 28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July 12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July 20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1746331571"/>
                  </a:ext>
                </a:extLst>
              </a:tr>
              <a:tr h="444031"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COM-I-1181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Change interface from SAP to Service Cloud for Booth changes or Booth Cancellation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July 12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July 26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August 2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1775978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3856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56F59-4496-55FC-A64D-27E981FB9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1DC5436-C573-36DB-0203-33B10DDD5B06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itle 22">
            <a:extLst>
              <a:ext uri="{FF2B5EF4-FFF2-40B4-BE49-F238E27FC236}">
                <a16:creationId xmlns:a16="http://schemas.microsoft.com/office/drawing/2014/main" id="{A65E053E-A827-9B69-5E35-94970F04C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FNext</a:t>
            </a:r>
            <a:r>
              <a:rPr lang="en-US" dirty="0">
                <a:ea typeface="+mj-lt"/>
                <a:cs typeface="+mj-lt"/>
              </a:rPr>
              <a:t> Load Testing - Support Required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68A360-DC6B-9278-5EB3-F929D4096D2C}"/>
              </a:ext>
            </a:extLst>
          </p:cNvPr>
          <p:cNvSpPr txBox="1"/>
          <p:nvPr/>
        </p:nvSpPr>
        <p:spPr>
          <a:xfrm>
            <a:off x="548640" y="1125101"/>
            <a:ext cx="10981722" cy="50167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spcAft>
                <a:spcPts val="400"/>
              </a:spcAft>
              <a:buFont typeface="Arial"/>
              <a:buChar char="•"/>
            </a:pPr>
            <a:r>
              <a:rPr lang="en-US" sz="2000" dirty="0">
                <a:solidFill>
                  <a:schemeClr val="accent1"/>
                </a:solidFill>
              </a:rPr>
              <a:t>Application Teams (Including BTP)</a:t>
            </a:r>
            <a:endParaRPr lang="en-US" dirty="0">
              <a:solidFill>
                <a:schemeClr val="accent1"/>
              </a:solidFill>
            </a:endParaRPr>
          </a:p>
          <a:p>
            <a:pPr marL="800100" lvl="1" indent="-342900">
              <a:spcAft>
                <a:spcPts val="400"/>
              </a:spcAft>
              <a:buFont typeface="Courier New"/>
              <a:buChar char="o"/>
            </a:pPr>
            <a:r>
              <a:rPr lang="en-US" sz="2000" dirty="0">
                <a:solidFill>
                  <a:schemeClr val="accent1"/>
                </a:solidFill>
              </a:rPr>
              <a:t>Technical resources to assist with: </a:t>
            </a:r>
          </a:p>
          <a:p>
            <a:pPr marL="1257300" lvl="2" indent="-342900">
              <a:spcAft>
                <a:spcPts val="400"/>
              </a:spcAft>
              <a:buFont typeface="Wingdings"/>
              <a:buChar char="§"/>
            </a:pPr>
            <a:r>
              <a:rPr lang="en-US" sz="2000" dirty="0">
                <a:solidFill>
                  <a:schemeClr val="accent1"/>
                </a:solidFill>
              </a:rPr>
              <a:t>KT sessions for Integration process flow and data </a:t>
            </a:r>
            <a:endParaRPr lang="en-US" dirty="0">
              <a:solidFill>
                <a:schemeClr val="accent1"/>
              </a:solidFill>
            </a:endParaRPr>
          </a:p>
          <a:p>
            <a:pPr marL="1257300" lvl="2" indent="-342900">
              <a:spcAft>
                <a:spcPts val="400"/>
              </a:spcAft>
              <a:buFont typeface="Wingdings"/>
              <a:buChar char="§"/>
            </a:pPr>
            <a:r>
              <a:rPr lang="en-US" sz="2000" dirty="0">
                <a:solidFill>
                  <a:schemeClr val="accent1"/>
                </a:solidFill>
              </a:rPr>
              <a:t>Provide input on strategy for load testing, identifying areas of vulnerability, high impact scenarios, test data creation</a:t>
            </a:r>
          </a:p>
          <a:p>
            <a:pPr marL="1257300" lvl="2" indent="-342900">
              <a:spcAft>
                <a:spcPts val="400"/>
              </a:spcAft>
              <a:buFont typeface="Wingdings"/>
              <a:buChar char="§"/>
            </a:pPr>
            <a:r>
              <a:rPr lang="en-US" sz="2000" dirty="0">
                <a:solidFill>
                  <a:schemeClr val="accent1"/>
                </a:solidFill>
              </a:rPr>
              <a:t>Monitoring during execution of load test</a:t>
            </a:r>
          </a:p>
          <a:p>
            <a:pPr marL="1257300" lvl="2" indent="-342900">
              <a:spcAft>
                <a:spcPts val="400"/>
              </a:spcAft>
              <a:buFont typeface="Wingdings"/>
              <a:buChar char="§"/>
            </a:pPr>
            <a:r>
              <a:rPr lang="en-US" sz="2000" dirty="0">
                <a:solidFill>
                  <a:schemeClr val="accent1"/>
                </a:solidFill>
              </a:rPr>
              <a:t>DBA to execute scripts when required</a:t>
            </a:r>
          </a:p>
          <a:p>
            <a:pPr marL="800100" lvl="1" indent="-342900">
              <a:spcAft>
                <a:spcPts val="400"/>
              </a:spcAft>
              <a:buFont typeface="Courier New"/>
              <a:buChar char="o"/>
            </a:pPr>
            <a:endParaRPr lang="en-US" sz="2000" dirty="0">
              <a:solidFill>
                <a:schemeClr val="accent1"/>
              </a:solidFill>
            </a:endParaRPr>
          </a:p>
          <a:p>
            <a:pPr marL="342900" indent="-342900">
              <a:spcAft>
                <a:spcPts val="400"/>
              </a:spcAft>
              <a:buFont typeface="Arial"/>
              <a:buChar char="•"/>
            </a:pPr>
            <a:r>
              <a:rPr lang="en-US" sz="2000" dirty="0">
                <a:solidFill>
                  <a:schemeClr val="accent1"/>
                </a:solidFill>
              </a:rPr>
              <a:t>DevOps and Application Technical Team</a:t>
            </a:r>
          </a:p>
          <a:p>
            <a:pPr marL="800100" lvl="1" indent="-342900">
              <a:spcAft>
                <a:spcPts val="400"/>
              </a:spcAft>
              <a:buFont typeface="Courier New"/>
              <a:buChar char="o"/>
            </a:pPr>
            <a:r>
              <a:rPr lang="en-US" sz="2000" dirty="0">
                <a:solidFill>
                  <a:schemeClr val="accent1"/>
                </a:solidFill>
              </a:rPr>
              <a:t>Monitoring of systems</a:t>
            </a:r>
          </a:p>
          <a:p>
            <a:pPr marL="800100" lvl="1" indent="-342900">
              <a:spcAft>
                <a:spcPts val="400"/>
              </a:spcAft>
              <a:buFont typeface="Courier New"/>
              <a:buChar char="o"/>
            </a:pPr>
            <a:endParaRPr lang="en-US" sz="2000" dirty="0">
              <a:solidFill>
                <a:schemeClr val="accent1"/>
              </a:solidFill>
            </a:endParaRPr>
          </a:p>
          <a:p>
            <a:pPr marL="342900" indent="-342900">
              <a:spcAft>
                <a:spcPts val="400"/>
              </a:spcAft>
              <a:buFont typeface="Arial"/>
              <a:buChar char="•"/>
            </a:pPr>
            <a:r>
              <a:rPr lang="en-US" sz="2000" dirty="0">
                <a:solidFill>
                  <a:schemeClr val="accent1"/>
                </a:solidFill>
              </a:rPr>
              <a:t>All Areas</a:t>
            </a:r>
          </a:p>
          <a:p>
            <a:pPr marL="800100" lvl="1" indent="-342900">
              <a:spcAft>
                <a:spcPts val="400"/>
              </a:spcAft>
              <a:buFont typeface="Courier New"/>
              <a:buChar char="o"/>
            </a:pPr>
            <a:r>
              <a:rPr lang="en-US" sz="2000" dirty="0">
                <a:solidFill>
                  <a:schemeClr val="accent1"/>
                </a:solidFill>
              </a:rPr>
              <a:t>Current metrics, from existing integration between our </a:t>
            </a:r>
            <a:r>
              <a:rPr lang="en-US" sz="2000" dirty="0" err="1">
                <a:solidFill>
                  <a:schemeClr val="accent1"/>
                </a:solidFill>
              </a:rPr>
              <a:t>FNow</a:t>
            </a:r>
            <a:r>
              <a:rPr lang="en-US" sz="2000" dirty="0">
                <a:solidFill>
                  <a:schemeClr val="accent1"/>
                </a:solidFill>
              </a:rPr>
              <a:t> systems</a:t>
            </a:r>
          </a:p>
          <a:p>
            <a:pPr marL="800100" lvl="1" indent="-342900">
              <a:spcAft>
                <a:spcPts val="400"/>
              </a:spcAft>
              <a:buFont typeface="Courier New"/>
              <a:buChar char="o"/>
            </a:pPr>
            <a:r>
              <a:rPr lang="en-US" sz="2000" dirty="0">
                <a:solidFill>
                  <a:schemeClr val="accent1"/>
                </a:solidFill>
              </a:rPr>
              <a:t>SLA – Expected performance for integration </a:t>
            </a:r>
          </a:p>
        </p:txBody>
      </p:sp>
    </p:spTree>
    <p:extLst>
      <p:ext uri="{BB962C8B-B14F-4D97-AF65-F5344CB8AC3E}">
        <p14:creationId xmlns:p14="http://schemas.microsoft.com/office/powerpoint/2010/main" val="2406163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83B12-5051-55ED-09A3-3DEC66DCE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6523272-F64C-F4E4-7836-7F0EEF1966F0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itle 22">
            <a:extLst>
              <a:ext uri="{FF2B5EF4-FFF2-40B4-BE49-F238E27FC236}">
                <a16:creationId xmlns:a16="http://schemas.microsoft.com/office/drawing/2014/main" id="{9E5405D7-73BF-319F-88EA-4BD0499A7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FNext</a:t>
            </a:r>
            <a:r>
              <a:rPr lang="en-US" dirty="0"/>
              <a:t> Load Testing – Resources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D38CD9C-93DB-D105-3455-C5CD2704A1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2748843"/>
              </p:ext>
            </p:extLst>
          </p:nvPr>
        </p:nvGraphicFramePr>
        <p:xfrm>
          <a:off x="516523" y="1137242"/>
          <a:ext cx="10776151" cy="5456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5232">
                  <a:extLst>
                    <a:ext uri="{9D8B030D-6E8A-4147-A177-3AD203B41FA5}">
                      <a16:colId xmlns:a16="http://schemas.microsoft.com/office/drawing/2014/main" val="2198542993"/>
                    </a:ext>
                  </a:extLst>
                </a:gridCol>
                <a:gridCol w="3903945">
                  <a:extLst>
                    <a:ext uri="{9D8B030D-6E8A-4147-A177-3AD203B41FA5}">
                      <a16:colId xmlns:a16="http://schemas.microsoft.com/office/drawing/2014/main" val="2467863659"/>
                    </a:ext>
                  </a:extLst>
                </a:gridCol>
                <a:gridCol w="5556974">
                  <a:extLst>
                    <a:ext uri="{9D8B030D-6E8A-4147-A177-3AD203B41FA5}">
                      <a16:colId xmlns:a16="http://schemas.microsoft.com/office/drawing/2014/main" val="2446234766"/>
                    </a:ext>
                  </a:extLst>
                </a:gridCol>
              </a:tblGrid>
              <a:tr h="252017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</a:rPr>
                        <a:t>RICEFW ID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</a:rPr>
                        <a:t>RICEFW Title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</a:rPr>
                        <a:t>Identified Resources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4058653309"/>
                  </a:ext>
                </a:extLst>
              </a:tr>
              <a:tr h="456031"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COM-I-1099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Show Organizers Supported Order Feed from Freeman Now (TSS) to Freeman Next (SAP)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kern="1200" noProof="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Chakra Reddy, Meeta Madan, Ankit Antony, </a:t>
                      </a:r>
                      <a:r>
                        <a:rPr lang="en-US" sz="1400" kern="1200" noProof="0" dirty="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Kalicaharan</a:t>
                      </a:r>
                      <a:r>
                        <a:rPr lang="en-US" sz="1400" kern="1200" noProof="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Parthasarathy, Jomy Joy, Rupen Sharma</a:t>
                      </a:r>
                      <a:endParaRPr lang="en-US" sz="1400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865388156"/>
                  </a:ext>
                </a:extLst>
              </a:tr>
              <a:tr h="456031"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COM-I-1097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Transactional Orders feed from Freeman Now to Freeman Next for Billing and Inventory</a:t>
                      </a:r>
                    </a:p>
                  </a:txBody>
                  <a:tcPr marL="9525" marR="9525" marT="9525"/>
                </a:tc>
                <a:tc rowSpan="2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kern="1200" noProof="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Chakra Reddy, Meeta Madan, Ankit Antony, </a:t>
                      </a:r>
                      <a:r>
                        <a:rPr lang="en-US" sz="1400" kern="1200" noProof="0" dirty="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Kalicaharan</a:t>
                      </a:r>
                      <a:r>
                        <a:rPr lang="en-US" sz="1400" kern="1200" noProof="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Parthasarathy, Jomy Joy, Rupen Sharma, Jacob Woodworth, Vishnu </a:t>
                      </a:r>
                      <a:r>
                        <a:rPr lang="en-US" sz="1400" kern="1200" noProof="0" dirty="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Chirala</a:t>
                      </a:r>
                      <a:r>
                        <a:rPr lang="en-US" sz="1400" kern="1200" noProof="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, Prakasha </a:t>
                      </a:r>
                      <a:r>
                        <a:rPr lang="en-US" sz="1400" kern="1200" noProof="0" dirty="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Mudalagiraiah</a:t>
                      </a:r>
                      <a:endParaRPr lang="en-US" sz="1400" kern="1200" dirty="0" err="1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359290608"/>
                  </a:ext>
                </a:extLst>
              </a:tr>
              <a:tr h="456031"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COM-I-1098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Sales Supported Orders feed from Freeman Now (TSS) to Freeman Next (SAP) for </a:t>
                      </a:r>
                      <a:r>
                        <a:rPr lang="en-US" sz="1200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BIlling</a:t>
                      </a:r>
                      <a:r>
                        <a:rPr lang="en-US" sz="12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and Inventory</a:t>
                      </a:r>
                    </a:p>
                  </a:txBody>
                  <a:tcPr marL="9525" marR="9525" marT="9525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312363392"/>
                  </a:ext>
                </a:extLst>
              </a:tr>
              <a:tr h="45603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COM-I-1374</a:t>
                      </a:r>
                      <a:endParaRPr lang="en-US"/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Headless BP creation for TFCID with missing BP assignment</a:t>
                      </a:r>
                      <a:endParaRPr lang="en-US" sz="1200"/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kern="1200" noProof="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Lee Johnson, Hridayesh Shrivastava, Kirsten Paluch, </a:t>
                      </a:r>
                      <a:r>
                        <a:rPr lang="en-US" sz="1400" b="0" i="0" u="none" strike="noStrike" kern="1200" noProof="0" dirty="0" err="1">
                          <a:solidFill>
                            <a:schemeClr val="accent1"/>
                          </a:solidFill>
                        </a:rPr>
                        <a:t>Pradhiba</a:t>
                      </a:r>
                      <a:r>
                        <a:rPr lang="en-US" sz="1400" b="0" i="0" u="none" strike="noStrike" kern="1200" noProof="0" dirty="0">
                          <a:solidFill>
                            <a:schemeClr val="accent1"/>
                          </a:solidFill>
                        </a:rPr>
                        <a:t> Shanmugam</a:t>
                      </a:r>
                      <a:endParaRPr lang="en-US" sz="1400" kern="1200" dirty="0" err="1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1186659618"/>
                  </a:ext>
                </a:extLst>
              </a:tr>
              <a:tr h="45603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4" marR="9524" marT="9524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Operations Dashboards within SAP</a:t>
                      </a:r>
                      <a:endParaRPr lang="en-US" sz="1200"/>
                    </a:p>
                  </a:txBody>
                  <a:tcPr marL="9524" marR="9524" marT="9524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Shijo Scaria, Jaison Yohannan, </a:t>
                      </a:r>
                      <a:r>
                        <a:rPr lang="en-US" sz="1400" kern="1200" noProof="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Prakasha </a:t>
                      </a:r>
                      <a:r>
                        <a:rPr lang="en-US" sz="1400" kern="1200" noProof="0" dirty="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Mudalagiraiah</a:t>
                      </a:r>
                      <a:endParaRPr lang="en-US" sz="1400" kern="1200" dirty="0" err="1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4" marR="9524" marT="9524"/>
                </a:tc>
                <a:extLst>
                  <a:ext uri="{0D108BD9-81ED-4DB2-BD59-A6C34878D82A}">
                    <a16:rowId xmlns:a16="http://schemas.microsoft.com/office/drawing/2014/main" val="4250169462"/>
                  </a:ext>
                </a:extLst>
              </a:tr>
              <a:tr h="252017"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COM-I-1052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Sales Order Integration to LBT (Labor Budgeting Tool)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kern="1200" noProof="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Chakra Reddy, Meeta Madan</a:t>
                      </a:r>
                      <a:endParaRPr lang="en-US" sz="1400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156115725"/>
                  </a:ext>
                </a:extLst>
              </a:tr>
              <a:tr h="456031"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COM-I-1042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Sales Order Integration – Create Material Handling Receivers orders from Scan Freight/</a:t>
                      </a:r>
                      <a:r>
                        <a:rPr lang="en-US" sz="1200" kern="120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EReceiever</a:t>
                      </a:r>
                      <a:r>
                        <a:rPr lang="en-US" sz="12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App to S4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Meeta Madan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2021586205"/>
                  </a:ext>
                </a:extLst>
              </a:tr>
              <a:tr h="252017"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COM-I-1366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Sales Orders Mass Update from TSS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kern="1200" noProof="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Chakra Reddy, Meeta Madan</a:t>
                      </a:r>
                      <a:endParaRPr lang="en-US" sz="1400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2267992291"/>
                  </a:ext>
                </a:extLst>
              </a:tr>
              <a:tr h="252017"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COM-I-1328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No change indicator for sales orders from S4 to TSS 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kern="1200" noProof="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Chakra Reddy, Meeta Madan, Jomy Joy, Ankit Antony, </a:t>
                      </a:r>
                      <a:r>
                        <a:rPr lang="en-US" sz="1400" kern="1200" noProof="0" dirty="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Kalicaharan</a:t>
                      </a:r>
                      <a:r>
                        <a:rPr lang="en-US" sz="1400" kern="1200" noProof="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Parthasarathy</a:t>
                      </a:r>
                      <a:endParaRPr lang="en-US" sz="1400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960668878"/>
                  </a:ext>
                </a:extLst>
              </a:tr>
              <a:tr h="252017"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COM-I-1012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Sales Order Integration With CORT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kern="1200" noProof="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Nitin Saini, Jomy Joy, Aurang Khan</a:t>
                      </a:r>
                      <a:endParaRPr lang="en-US" sz="1400" kern="1200" dirty="0" err="1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4279974727"/>
                  </a:ext>
                </a:extLst>
              </a:tr>
              <a:tr h="444031"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COM-I-1002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Event Product Catalog including Pricing Data from S/4 to Salesforce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kern="1200" noProof="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Kelly Ohara, </a:t>
                      </a:r>
                      <a:r>
                        <a:rPr lang="en-US" sz="1400" kern="1200" noProof="0" dirty="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Shahran</a:t>
                      </a:r>
                      <a:r>
                        <a:rPr lang="en-US" sz="1400" kern="1200" noProof="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Jiwani, Ankit Antony, </a:t>
                      </a:r>
                      <a:r>
                        <a:rPr lang="en-US" sz="1400" kern="1200" noProof="0" dirty="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Kalicaharan</a:t>
                      </a:r>
                      <a:r>
                        <a:rPr lang="en-US" sz="1400" kern="1200" noProof="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Parthasarathy, Jomy Joy</a:t>
                      </a:r>
                      <a:endParaRPr lang="en-US" sz="1400" kern="120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1746331571"/>
                  </a:ext>
                </a:extLst>
              </a:tr>
              <a:tr h="444031"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COM-I-1181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Change interface from SAP to Service Cloud for Booth changes or Booth Cancellation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kern="1200" noProof="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Ankit Antony, </a:t>
                      </a:r>
                      <a:r>
                        <a:rPr lang="en-US" sz="1400" kern="1200" noProof="0" dirty="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Kalicaharan</a:t>
                      </a:r>
                      <a:r>
                        <a:rPr lang="en-US" sz="1400" kern="1200" noProof="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Parthasarathy, Jomy Joy, </a:t>
                      </a:r>
                      <a:r>
                        <a:rPr lang="en-US" sz="1400" kern="1200" noProof="0" dirty="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Shahran</a:t>
                      </a:r>
                      <a:r>
                        <a:rPr lang="en-US" sz="1400" kern="1200" noProof="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 Jiwani, Caryll Jones</a:t>
                      </a:r>
                      <a:endParaRPr lang="en-US" sz="1400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1775978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8596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04513-D3CB-8D6D-A9BB-ABBCA7E3A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9A35DB5-17AC-1856-B170-6A843A9BAC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39" y="685800"/>
            <a:ext cx="8606511" cy="2660904"/>
          </a:xfrm>
          <a:noFill/>
        </p:spPr>
        <p:txBody>
          <a:bodyPr/>
          <a:lstStyle/>
          <a:p>
            <a:r>
              <a:rPr lang="en-US" b="1" dirty="0">
                <a:latin typeface="Nunito Sans"/>
              </a:rPr>
              <a:t>Thank You!!</a:t>
            </a:r>
          </a:p>
        </p:txBody>
      </p:sp>
    </p:spTree>
    <p:extLst>
      <p:ext uri="{BB962C8B-B14F-4D97-AF65-F5344CB8AC3E}">
        <p14:creationId xmlns:p14="http://schemas.microsoft.com/office/powerpoint/2010/main" val="1036224128"/>
      </p:ext>
    </p:extLst>
  </p:cSld>
  <p:clrMapOvr>
    <a:masterClrMapping/>
  </p:clrMapOvr>
</p:sld>
</file>

<file path=ppt/theme/theme1.xml><?xml version="1.0" encoding="utf-8"?>
<a:theme xmlns:a="http://schemas.openxmlformats.org/drawingml/2006/main" name="Cover">
  <a:themeElements>
    <a:clrScheme name="Freeman Brand">
      <a:dk1>
        <a:srgbClr val="000000"/>
      </a:dk1>
      <a:lt1>
        <a:srgbClr val="FFFFFF"/>
      </a:lt1>
      <a:dk2>
        <a:srgbClr val="009CC6"/>
      </a:dk2>
      <a:lt2>
        <a:srgbClr val="ADB1B1"/>
      </a:lt2>
      <a:accent1>
        <a:srgbClr val="00205C"/>
      </a:accent1>
      <a:accent2>
        <a:srgbClr val="00BDF6"/>
      </a:accent2>
      <a:accent3>
        <a:srgbClr val="41BB37"/>
      </a:accent3>
      <a:accent4>
        <a:srgbClr val="FFB500"/>
      </a:accent4>
      <a:accent5>
        <a:srgbClr val="FB471F"/>
      </a:accent5>
      <a:accent6>
        <a:srgbClr val="FF0373"/>
      </a:accent6>
      <a:hlink>
        <a:srgbClr val="0563C1"/>
      </a:hlink>
      <a:folHlink>
        <a:srgbClr val="954F72"/>
      </a:folHlink>
    </a:clrScheme>
    <a:fontScheme name="Freeman">
      <a:majorFont>
        <a:latin typeface="Nunito Sans Black"/>
        <a:ea typeface=""/>
        <a:cs typeface=""/>
      </a:majorFont>
      <a:minorFont>
        <a:latin typeface="Nuni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man Template _General_ PowerPoint.potx" id="{6DDBC3D0-EB35-485C-A20A-6AE6FAA93762}" vid="{94E44AFF-F4AF-40C9-B630-1C2A35D950F8}"/>
    </a:ext>
  </a:extLst>
</a:theme>
</file>

<file path=ppt/theme/theme2.xml><?xml version="1.0" encoding="utf-8"?>
<a:theme xmlns:a="http://schemas.openxmlformats.org/drawingml/2006/main" name="Agenda">
  <a:themeElements>
    <a:clrScheme name="Freeman Brand">
      <a:dk1>
        <a:srgbClr val="000000"/>
      </a:dk1>
      <a:lt1>
        <a:srgbClr val="FFFFFF"/>
      </a:lt1>
      <a:dk2>
        <a:srgbClr val="009CC6"/>
      </a:dk2>
      <a:lt2>
        <a:srgbClr val="ADB1B1"/>
      </a:lt2>
      <a:accent1>
        <a:srgbClr val="00205C"/>
      </a:accent1>
      <a:accent2>
        <a:srgbClr val="00BDF6"/>
      </a:accent2>
      <a:accent3>
        <a:srgbClr val="41BB37"/>
      </a:accent3>
      <a:accent4>
        <a:srgbClr val="FFB500"/>
      </a:accent4>
      <a:accent5>
        <a:srgbClr val="FB471F"/>
      </a:accent5>
      <a:accent6>
        <a:srgbClr val="FF0373"/>
      </a:accent6>
      <a:hlink>
        <a:srgbClr val="0563C1"/>
      </a:hlink>
      <a:folHlink>
        <a:srgbClr val="954F72"/>
      </a:folHlink>
    </a:clrScheme>
    <a:fontScheme name="Freeman">
      <a:majorFont>
        <a:latin typeface="Nunito Sans Black"/>
        <a:ea typeface=""/>
        <a:cs typeface=""/>
      </a:majorFont>
      <a:minorFont>
        <a:latin typeface="Nuni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man Template _General_ PowerPoint.potx" id="{6DDBC3D0-EB35-485C-A20A-6AE6FAA93762}" vid="{84C97321-0714-4780-884D-498602EDC324}"/>
    </a:ext>
  </a:extLst>
</a:theme>
</file>

<file path=ppt/theme/theme3.xml><?xml version="1.0" encoding="utf-8"?>
<a:theme xmlns:a="http://schemas.openxmlformats.org/drawingml/2006/main" name="Content">
  <a:themeElements>
    <a:clrScheme name="Freeman Brand">
      <a:dk1>
        <a:srgbClr val="000000"/>
      </a:dk1>
      <a:lt1>
        <a:srgbClr val="FFFFFF"/>
      </a:lt1>
      <a:dk2>
        <a:srgbClr val="009CC6"/>
      </a:dk2>
      <a:lt2>
        <a:srgbClr val="ADB1B1"/>
      </a:lt2>
      <a:accent1>
        <a:srgbClr val="00205C"/>
      </a:accent1>
      <a:accent2>
        <a:srgbClr val="00BDF6"/>
      </a:accent2>
      <a:accent3>
        <a:srgbClr val="41BB37"/>
      </a:accent3>
      <a:accent4>
        <a:srgbClr val="FFB500"/>
      </a:accent4>
      <a:accent5>
        <a:srgbClr val="FB471F"/>
      </a:accent5>
      <a:accent6>
        <a:srgbClr val="FF0373"/>
      </a:accent6>
      <a:hlink>
        <a:srgbClr val="0563C1"/>
      </a:hlink>
      <a:folHlink>
        <a:srgbClr val="954F72"/>
      </a:folHlink>
    </a:clrScheme>
    <a:fontScheme name="Freeman">
      <a:majorFont>
        <a:latin typeface="Nunito Sans Black"/>
        <a:ea typeface=""/>
        <a:cs typeface=""/>
      </a:majorFont>
      <a:minorFont>
        <a:latin typeface="Nuni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man Template _General_ PowerPoint.potx" id="{6DDBC3D0-EB35-485C-A20A-6AE6FAA93762}" vid="{3C0470F8-4B5E-4612-B532-6006D58C8C88}"/>
    </a:ext>
  </a:extLst>
</a:theme>
</file>

<file path=ppt/theme/theme4.xml><?xml version="1.0" encoding="utf-8"?>
<a:theme xmlns:a="http://schemas.openxmlformats.org/drawingml/2006/main" name="Special Use">
  <a:themeElements>
    <a:clrScheme name="Freeman Brand">
      <a:dk1>
        <a:srgbClr val="000000"/>
      </a:dk1>
      <a:lt1>
        <a:srgbClr val="FFFFFF"/>
      </a:lt1>
      <a:dk2>
        <a:srgbClr val="009CC6"/>
      </a:dk2>
      <a:lt2>
        <a:srgbClr val="ADB1B1"/>
      </a:lt2>
      <a:accent1>
        <a:srgbClr val="00205C"/>
      </a:accent1>
      <a:accent2>
        <a:srgbClr val="00BDF6"/>
      </a:accent2>
      <a:accent3>
        <a:srgbClr val="41BB37"/>
      </a:accent3>
      <a:accent4>
        <a:srgbClr val="FFB500"/>
      </a:accent4>
      <a:accent5>
        <a:srgbClr val="FB471F"/>
      </a:accent5>
      <a:accent6>
        <a:srgbClr val="FF0373"/>
      </a:accent6>
      <a:hlink>
        <a:srgbClr val="0563C1"/>
      </a:hlink>
      <a:folHlink>
        <a:srgbClr val="954F72"/>
      </a:folHlink>
    </a:clrScheme>
    <a:fontScheme name="Freeman">
      <a:majorFont>
        <a:latin typeface="Nunito Sans Black"/>
        <a:ea typeface=""/>
        <a:cs typeface=""/>
      </a:majorFont>
      <a:minorFont>
        <a:latin typeface="Nuni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man Template _General_ PowerPoint.potx" id="{6DDBC3D0-EB35-485C-A20A-6AE6FAA93762}" vid="{F6043708-9E36-4B06-BC33-541A107F36EB}"/>
    </a:ext>
  </a:extLst>
</a:theme>
</file>

<file path=ppt/theme/theme5.xml><?xml version="1.0" encoding="utf-8"?>
<a:theme xmlns:a="http://schemas.openxmlformats.org/drawingml/2006/main" name="Divider">
  <a:themeElements>
    <a:clrScheme name="Freeman Brand">
      <a:dk1>
        <a:srgbClr val="000000"/>
      </a:dk1>
      <a:lt1>
        <a:srgbClr val="FFFFFF"/>
      </a:lt1>
      <a:dk2>
        <a:srgbClr val="009CC6"/>
      </a:dk2>
      <a:lt2>
        <a:srgbClr val="ADB1B1"/>
      </a:lt2>
      <a:accent1>
        <a:srgbClr val="00205C"/>
      </a:accent1>
      <a:accent2>
        <a:srgbClr val="00BDF6"/>
      </a:accent2>
      <a:accent3>
        <a:srgbClr val="41BB37"/>
      </a:accent3>
      <a:accent4>
        <a:srgbClr val="FFB500"/>
      </a:accent4>
      <a:accent5>
        <a:srgbClr val="FB471F"/>
      </a:accent5>
      <a:accent6>
        <a:srgbClr val="FF0373"/>
      </a:accent6>
      <a:hlink>
        <a:srgbClr val="0563C1"/>
      </a:hlink>
      <a:folHlink>
        <a:srgbClr val="954F72"/>
      </a:folHlink>
    </a:clrScheme>
    <a:fontScheme name="Freeman">
      <a:majorFont>
        <a:latin typeface="Nunito Sans Black"/>
        <a:ea typeface=""/>
        <a:cs typeface=""/>
      </a:majorFont>
      <a:minorFont>
        <a:latin typeface="Nuni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man Template _General_ PowerPoint.potx" id="{6DDBC3D0-EB35-485C-A20A-6AE6FAA93762}" vid="{03343F86-4A1F-4E56-9C2F-6FA755BEC025}"/>
    </a:ext>
  </a:extLst>
</a:theme>
</file>

<file path=ppt/theme/theme6.xml><?xml version="1.0" encoding="utf-8"?>
<a:theme xmlns:a="http://schemas.openxmlformats.org/drawingml/2006/main" name="Color Divider">
  <a:themeElements>
    <a:clrScheme name="Freeman Brand">
      <a:dk1>
        <a:srgbClr val="000000"/>
      </a:dk1>
      <a:lt1>
        <a:srgbClr val="FFFFFF"/>
      </a:lt1>
      <a:dk2>
        <a:srgbClr val="009CC6"/>
      </a:dk2>
      <a:lt2>
        <a:srgbClr val="ADB1B1"/>
      </a:lt2>
      <a:accent1>
        <a:srgbClr val="00205C"/>
      </a:accent1>
      <a:accent2>
        <a:srgbClr val="00BDF6"/>
      </a:accent2>
      <a:accent3>
        <a:srgbClr val="41BB37"/>
      </a:accent3>
      <a:accent4>
        <a:srgbClr val="FFB500"/>
      </a:accent4>
      <a:accent5>
        <a:srgbClr val="FB471F"/>
      </a:accent5>
      <a:accent6>
        <a:srgbClr val="FF0373"/>
      </a:accent6>
      <a:hlink>
        <a:srgbClr val="0563C1"/>
      </a:hlink>
      <a:folHlink>
        <a:srgbClr val="954F72"/>
      </a:folHlink>
    </a:clrScheme>
    <a:fontScheme name="Freeman">
      <a:majorFont>
        <a:latin typeface="Nunito Sans Black"/>
        <a:ea typeface=""/>
        <a:cs typeface=""/>
      </a:majorFont>
      <a:minorFont>
        <a:latin typeface="Nuni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man Template _General_ PowerPoint.potx" id="{6DDBC3D0-EB35-485C-A20A-6AE6FAA93762}" vid="{CB961582-4222-44B2-86E6-13DFB83EC6FB}"/>
    </a:ext>
  </a:extLst>
</a:theme>
</file>

<file path=ppt/theme/theme7.xml><?xml version="1.0" encoding="utf-8"?>
<a:theme xmlns:a="http://schemas.openxmlformats.org/drawingml/2006/main" name="End">
  <a:themeElements>
    <a:clrScheme name="Freeman Brand">
      <a:dk1>
        <a:srgbClr val="000000"/>
      </a:dk1>
      <a:lt1>
        <a:srgbClr val="FFFFFF"/>
      </a:lt1>
      <a:dk2>
        <a:srgbClr val="009CC6"/>
      </a:dk2>
      <a:lt2>
        <a:srgbClr val="ADB1B1"/>
      </a:lt2>
      <a:accent1>
        <a:srgbClr val="00205C"/>
      </a:accent1>
      <a:accent2>
        <a:srgbClr val="00BDF6"/>
      </a:accent2>
      <a:accent3>
        <a:srgbClr val="41BB37"/>
      </a:accent3>
      <a:accent4>
        <a:srgbClr val="FFB500"/>
      </a:accent4>
      <a:accent5>
        <a:srgbClr val="FB471F"/>
      </a:accent5>
      <a:accent6>
        <a:srgbClr val="FF0373"/>
      </a:accent6>
      <a:hlink>
        <a:srgbClr val="0563C1"/>
      </a:hlink>
      <a:folHlink>
        <a:srgbClr val="954F72"/>
      </a:folHlink>
    </a:clrScheme>
    <a:fontScheme name="Freeman">
      <a:majorFont>
        <a:latin typeface="Nunito Sans Black"/>
        <a:ea typeface=""/>
        <a:cs typeface=""/>
      </a:majorFont>
      <a:minorFont>
        <a:latin typeface="Nuni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man Template _General_ PowerPoint.potx" id="{6DDBC3D0-EB35-485C-A20A-6AE6FAA93762}" vid="{77FC17AA-4601-4408-8B18-37ECBECE4B9D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DAF289585CA14C9F4F2E9989B94C4B" ma:contentTypeVersion="5" ma:contentTypeDescription="Create a new document." ma:contentTypeScope="" ma:versionID="a957c411c5126160fef51e2d66aa84c2">
  <xsd:schema xmlns:xsd="http://www.w3.org/2001/XMLSchema" xmlns:xs="http://www.w3.org/2001/XMLSchema" xmlns:p="http://schemas.microsoft.com/office/2006/metadata/properties" xmlns:ns2="97c5e189-b3fb-48f3-9155-3cf5cdb1fb15" targetNamespace="http://schemas.microsoft.com/office/2006/metadata/properties" ma:root="true" ma:fieldsID="8214bd0d4881f11d199487977f3b8072" ns2:_="">
    <xsd:import namespace="97c5e189-b3fb-48f3-9155-3cf5cdb1fb1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c5e189-b3fb-48f3-9155-3cf5cdb1fb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haredContentType xmlns="Microsoft.SharePoint.Taxonomy.ContentTypeSync" SourceId="d73e429c-1a3a-448a-ada2-478777306597" ContentTypeId="0x0101" PreviousValue="false"/>
</file>

<file path=customXml/itemProps1.xml><?xml version="1.0" encoding="utf-8"?>
<ds:datastoreItem xmlns:ds="http://schemas.openxmlformats.org/officeDocument/2006/customXml" ds:itemID="{4CC83514-560B-4A1C-990A-A1D2AEA2EA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7c5e189-b3fb-48f3-9155-3cf5cdb1fb1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DF06077-8089-46E7-9EC9-244503D4453B}">
  <ds:schemaRefs>
    <ds:schemaRef ds:uri="2b796872-f150-400a-9285-f5035c9d26fb"/>
    <ds:schemaRef ds:uri="6a321bf8-914b-4a1d-b403-5fe9e086e25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a8374423-621c-4934-9f62-8e5e7c34141f"/>
    <ds:schemaRef ds:uri="f29db28a-281c-4f36-9842-7153daa06e92"/>
  </ds:schemaRefs>
</ds:datastoreItem>
</file>

<file path=customXml/itemProps3.xml><?xml version="1.0" encoding="utf-8"?>
<ds:datastoreItem xmlns:ds="http://schemas.openxmlformats.org/officeDocument/2006/customXml" ds:itemID="{26A2DE31-290E-4143-85DA-B5173B24CD32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C598F307-DEAB-4AB3-84C8-561CE71CA740}">
  <ds:schemaRefs>
    <ds:schemaRef ds:uri="Microsoft.SharePoint.Taxonomy.ContentTypeSyn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4574</TotalTime>
  <Words>326</Words>
  <Application>Microsoft Office PowerPoint</Application>
  <PresentationFormat>Widescreen</PresentationFormat>
  <Paragraphs>39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7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Cover</vt:lpstr>
      <vt:lpstr>Agenda</vt:lpstr>
      <vt:lpstr>Content</vt:lpstr>
      <vt:lpstr>Special Use</vt:lpstr>
      <vt:lpstr>Divider</vt:lpstr>
      <vt:lpstr>Color Divider</vt:lpstr>
      <vt:lpstr>End</vt:lpstr>
      <vt:lpstr>Freeman Next Load Testing Overview</vt:lpstr>
      <vt:lpstr>FNext Load Testing - Overview</vt:lpstr>
      <vt:lpstr>FNext Load Testing - Process</vt:lpstr>
      <vt:lpstr>FNext Load Testing – Scope</vt:lpstr>
      <vt:lpstr>FNext Load Testing – Timelines</vt:lpstr>
      <vt:lpstr>FNext Load Testing - Support Required</vt:lpstr>
      <vt:lpstr>FNext Load Testing – Resources</vt:lpstr>
      <vt:lpstr>Thank You!!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in Nunito Sans Black, 40pt, white</dc:title>
  <dc:creator>Käthe Meyers</dc:creator>
  <cp:lastModifiedBy>Chad Alford</cp:lastModifiedBy>
  <cp:revision>796</cp:revision>
  <dcterms:created xsi:type="dcterms:W3CDTF">2022-04-27T15:53:29Z</dcterms:created>
  <dcterms:modified xsi:type="dcterms:W3CDTF">2025-06-02T06:43:37Z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0x010100EFDAF289585CA14C9F4F2E9989B94C4B</vt:lpwstr>
  </property>
  <property fmtid="{D5CDD505-2E9C-101B-9397-08002B2CF9AE}" pid="3" name="MSIP_Label_ea60d57e-af5b-4752-ac57-3e4f28ca11dc_Enabled">
    <vt:lpwstr>true</vt:lpwstr>
  </property>
  <property fmtid="{D5CDD505-2E9C-101B-9397-08002B2CF9AE}" pid="4" name="MSIP_Label_ea60d57e-af5b-4752-ac57-3e4f28ca11dc_SetDate">
    <vt:lpwstr>2022-12-13T16:27:31Z</vt:lpwstr>
  </property>
  <property fmtid="{D5CDD505-2E9C-101B-9397-08002B2CF9AE}" pid="5" name="MSIP_Label_ea60d57e-af5b-4752-ac57-3e4f28ca11dc_Method">
    <vt:lpwstr>Standard</vt:lpwstr>
  </property>
  <property fmtid="{D5CDD505-2E9C-101B-9397-08002B2CF9AE}" pid="6" name="MSIP_Label_ea60d57e-af5b-4752-ac57-3e4f28ca11dc_Name">
    <vt:lpwstr>ea60d57e-af5b-4752-ac57-3e4f28ca11dc</vt:lpwstr>
  </property>
  <property fmtid="{D5CDD505-2E9C-101B-9397-08002B2CF9AE}" pid="7" name="MSIP_Label_ea60d57e-af5b-4752-ac57-3e4f28ca11dc_SiteId">
    <vt:lpwstr>36da45f1-dd2c-4d1f-af13-5abe46b99921</vt:lpwstr>
  </property>
  <property fmtid="{D5CDD505-2E9C-101B-9397-08002B2CF9AE}" pid="8" name="MSIP_Label_ea60d57e-af5b-4752-ac57-3e4f28ca11dc_ActionId">
    <vt:lpwstr>bbd89205-0cc6-4693-905f-6a87049f1c6a</vt:lpwstr>
  </property>
  <property fmtid="{D5CDD505-2E9C-101B-9397-08002B2CF9AE}" pid="9" name="MSIP_Label_ea60d57e-af5b-4752-ac57-3e4f28ca11dc_ContentBits">
    <vt:lpwstr>0</vt:lpwstr>
  </property>
  <property fmtid="{D5CDD505-2E9C-101B-9397-08002B2CF9AE}" pid="10" name="xd_ProgID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_ExtendedDescription">
    <vt:lpwstr/>
  </property>
  <property fmtid="{D5CDD505-2E9C-101B-9397-08002B2CF9AE}" pid="14" name="TriggerFlowInfo">
    <vt:lpwstr/>
  </property>
  <property fmtid="{D5CDD505-2E9C-101B-9397-08002B2CF9AE}" pid="15" name="xd_Signature">
    <vt:bool>false</vt:bool>
  </property>
  <property fmtid="{D5CDD505-2E9C-101B-9397-08002B2CF9AE}" pid="16" name="MediaServiceImageTags">
    <vt:lpwstr/>
  </property>
  <property fmtid="{D5CDD505-2E9C-101B-9397-08002B2CF9AE}" pid="17" name="Order">
    <vt:r8>15400</vt:r8>
  </property>
  <property fmtid="{D5CDD505-2E9C-101B-9397-08002B2CF9AE}" pid="18" name="SharedWithUsers">
    <vt:lpwstr>439;#Chris Hott</vt:lpwstr>
  </property>
  <property fmtid="{D5CDD505-2E9C-101B-9397-08002B2CF9AE}" pid="19" name="_SourceUrl">
    <vt:lpwstr/>
  </property>
  <property fmtid="{D5CDD505-2E9C-101B-9397-08002B2CF9AE}" pid="20" name="_SharedFileIndex">
    <vt:lpwstr/>
  </property>
</Properties>
</file>